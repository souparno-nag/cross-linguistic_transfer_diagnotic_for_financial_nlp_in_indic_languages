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elegraf Bold" charset="1" panose="00000800000000000000"/>
      <p:regular r:id="rId17"/>
    </p:embeddedFont>
    <p:embeddedFont>
      <p:font typeface="Telegraf" charset="1" panose="00000500000000000000"/>
      <p:regular r:id="rId18"/>
    </p:embeddedFont>
    <p:embeddedFont>
      <p:font typeface="Telegraf Extra-Light" charset="1" panose="000003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07862">
            <a:off x="6110388" y="5304279"/>
            <a:ext cx="15048401" cy="6376760"/>
          </a:xfrm>
          <a:custGeom>
            <a:avLst/>
            <a:gdLst/>
            <a:ahLst/>
            <a:cxnLst/>
            <a:rect r="r" b="b" t="t" l="l"/>
            <a:pathLst>
              <a:path h="6376760" w="15048401">
                <a:moveTo>
                  <a:pt x="0" y="0"/>
                </a:moveTo>
                <a:lnTo>
                  <a:pt x="15048401" y="0"/>
                </a:lnTo>
                <a:lnTo>
                  <a:pt x="15048401" y="6376760"/>
                </a:lnTo>
                <a:lnTo>
                  <a:pt x="0" y="6376760"/>
                </a:lnTo>
                <a:lnTo>
                  <a:pt x="0" y="0"/>
                </a:lnTo>
                <a:close/>
              </a:path>
            </a:pathLst>
          </a:custGeom>
          <a:blipFill>
            <a:blip r:embed="rId2"/>
            <a:stretch>
              <a:fillRect l="0" t="0" r="0" b="0"/>
            </a:stretch>
          </a:blipFill>
        </p:spPr>
      </p:sp>
      <p:grpSp>
        <p:nvGrpSpPr>
          <p:cNvPr name="Group 3" id="3"/>
          <p:cNvGrpSpPr/>
          <p:nvPr/>
        </p:nvGrpSpPr>
        <p:grpSpPr>
          <a:xfrm rot="0">
            <a:off x="-332478" y="7009521"/>
            <a:ext cx="9637365" cy="212578"/>
            <a:chOff x="0" y="0"/>
            <a:chExt cx="2538236" cy="55988"/>
          </a:xfrm>
        </p:grpSpPr>
        <p:sp>
          <p:nvSpPr>
            <p:cNvPr name="Freeform 4" id="4"/>
            <p:cNvSpPr/>
            <p:nvPr/>
          </p:nvSpPr>
          <p:spPr>
            <a:xfrm flipH="false" flipV="false" rot="0">
              <a:off x="0" y="0"/>
              <a:ext cx="2538236" cy="55988"/>
            </a:xfrm>
            <a:custGeom>
              <a:avLst/>
              <a:gdLst/>
              <a:ahLst/>
              <a:cxnLst/>
              <a:rect r="r" b="b" t="t" l="l"/>
              <a:pathLst>
                <a:path h="55988" w="2538236">
                  <a:moveTo>
                    <a:pt x="0" y="0"/>
                  </a:moveTo>
                  <a:lnTo>
                    <a:pt x="2538236" y="0"/>
                  </a:lnTo>
                  <a:lnTo>
                    <a:pt x="2538236" y="55988"/>
                  </a:lnTo>
                  <a:lnTo>
                    <a:pt x="0" y="559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5" id="5"/>
            <p:cNvSpPr txBox="true"/>
            <p:nvPr/>
          </p:nvSpPr>
          <p:spPr>
            <a:xfrm>
              <a:off x="0" y="-57150"/>
              <a:ext cx="2538236" cy="11313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true" rot="0">
            <a:off x="-641393" y="-1165054"/>
            <a:ext cx="6732105" cy="4030848"/>
          </a:xfrm>
          <a:custGeom>
            <a:avLst/>
            <a:gdLst/>
            <a:ahLst/>
            <a:cxnLst/>
            <a:rect r="r" b="b" t="t" l="l"/>
            <a:pathLst>
              <a:path h="4030848" w="6732105">
                <a:moveTo>
                  <a:pt x="0" y="4030848"/>
                </a:moveTo>
                <a:lnTo>
                  <a:pt x="6732105" y="4030848"/>
                </a:lnTo>
                <a:lnTo>
                  <a:pt x="6732105" y="0"/>
                </a:lnTo>
                <a:lnTo>
                  <a:pt x="0" y="0"/>
                </a:lnTo>
                <a:lnTo>
                  <a:pt x="0" y="4030848"/>
                </a:lnTo>
                <a:close/>
              </a:path>
            </a:pathLst>
          </a:custGeom>
          <a:blipFill>
            <a:blip r:embed="rId3"/>
            <a:stretch>
              <a:fillRect l="0" t="0" r="0" b="0"/>
            </a:stretch>
          </a:blipFill>
        </p:spPr>
      </p:sp>
      <p:sp>
        <p:nvSpPr>
          <p:cNvPr name="TextBox 7" id="7"/>
          <p:cNvSpPr txBox="true"/>
          <p:nvPr/>
        </p:nvSpPr>
        <p:spPr>
          <a:xfrm rot="0">
            <a:off x="1028700" y="4043903"/>
            <a:ext cx="10797967" cy="2190750"/>
          </a:xfrm>
          <a:prstGeom prst="rect">
            <a:avLst/>
          </a:prstGeom>
        </p:spPr>
        <p:txBody>
          <a:bodyPr anchor="t" rtlCol="false" tIns="0" lIns="0" bIns="0" rIns="0">
            <a:spAutoFit/>
          </a:bodyPr>
          <a:lstStyle/>
          <a:p>
            <a:pPr algn="l">
              <a:lnSpc>
                <a:spcPts val="16800"/>
              </a:lnSpc>
              <a:spcBef>
                <a:spcPct val="0"/>
              </a:spcBef>
            </a:pPr>
            <a:r>
              <a:rPr lang="en-US" b="true" sz="12000" spc="600">
                <a:solidFill>
                  <a:srgbClr val="343434"/>
                </a:solidFill>
                <a:latin typeface="Telegraf Bold"/>
                <a:ea typeface="Telegraf Bold"/>
                <a:cs typeface="Telegraf Bold"/>
                <a:sym typeface="Telegraf Bold"/>
              </a:rPr>
              <a:t>PROJECT</a:t>
            </a:r>
          </a:p>
        </p:txBody>
      </p:sp>
      <p:sp>
        <p:nvSpPr>
          <p:cNvPr name="TextBox 8" id="8"/>
          <p:cNvSpPr txBox="true"/>
          <p:nvPr/>
        </p:nvSpPr>
        <p:spPr>
          <a:xfrm rot="0">
            <a:off x="1028700" y="5838581"/>
            <a:ext cx="10797967" cy="1170940"/>
          </a:xfrm>
          <a:prstGeom prst="rect">
            <a:avLst/>
          </a:prstGeom>
        </p:spPr>
        <p:txBody>
          <a:bodyPr anchor="t" rtlCol="false" tIns="0" lIns="0" bIns="0" rIns="0">
            <a:spAutoFit/>
          </a:bodyPr>
          <a:lstStyle/>
          <a:p>
            <a:pPr algn="l">
              <a:lnSpc>
                <a:spcPts val="8959"/>
              </a:lnSpc>
              <a:spcBef>
                <a:spcPct val="0"/>
              </a:spcBef>
            </a:pPr>
            <a:r>
              <a:rPr lang="en-US" sz="6399" spc="697">
                <a:solidFill>
                  <a:srgbClr val="343434"/>
                </a:solidFill>
                <a:latin typeface="Telegraf"/>
                <a:ea typeface="Telegraf"/>
                <a:cs typeface="Telegraf"/>
                <a:sym typeface="Telegraf"/>
              </a:rPr>
              <a:t>PRESENTATION</a:t>
            </a:r>
          </a:p>
        </p:txBody>
      </p:sp>
      <p:sp>
        <p:nvSpPr>
          <p:cNvPr name="TextBox 9" id="9"/>
          <p:cNvSpPr txBox="true"/>
          <p:nvPr/>
        </p:nvSpPr>
        <p:spPr>
          <a:xfrm rot="0">
            <a:off x="1028700" y="8032284"/>
            <a:ext cx="2554023" cy="460375"/>
          </a:xfrm>
          <a:prstGeom prst="rect">
            <a:avLst/>
          </a:prstGeom>
        </p:spPr>
        <p:txBody>
          <a:bodyPr anchor="t" rtlCol="false" tIns="0" lIns="0" bIns="0" rIns="0">
            <a:spAutoFit/>
          </a:bodyPr>
          <a:lstStyle/>
          <a:p>
            <a:pPr algn="l">
              <a:lnSpc>
                <a:spcPts val="3499"/>
              </a:lnSpc>
              <a:spcBef>
                <a:spcPct val="0"/>
              </a:spcBef>
            </a:pPr>
            <a:r>
              <a:rPr lang="en-US" sz="2499" spc="124">
                <a:solidFill>
                  <a:srgbClr val="343434"/>
                </a:solidFill>
                <a:latin typeface="Telegraf"/>
                <a:ea typeface="Telegraf"/>
                <a:cs typeface="Telegraf"/>
                <a:sym typeface="Telegraf"/>
              </a:rPr>
              <a:t>Presented By:</a:t>
            </a:r>
          </a:p>
        </p:txBody>
      </p:sp>
      <p:sp>
        <p:nvSpPr>
          <p:cNvPr name="TextBox 10" id="10"/>
          <p:cNvSpPr txBox="true"/>
          <p:nvPr/>
        </p:nvSpPr>
        <p:spPr>
          <a:xfrm rot="0">
            <a:off x="3761206" y="8032284"/>
            <a:ext cx="3928552" cy="460375"/>
          </a:xfrm>
          <a:prstGeom prst="rect">
            <a:avLst/>
          </a:prstGeom>
        </p:spPr>
        <p:txBody>
          <a:bodyPr anchor="t" rtlCol="false" tIns="0" lIns="0" bIns="0" rIns="0">
            <a:spAutoFit/>
          </a:bodyPr>
          <a:lstStyle/>
          <a:p>
            <a:pPr algn="l">
              <a:lnSpc>
                <a:spcPts val="3499"/>
              </a:lnSpc>
              <a:spcBef>
                <a:spcPct val="0"/>
              </a:spcBef>
            </a:pPr>
            <a:r>
              <a:rPr lang="en-US" sz="2499" spc="124">
                <a:solidFill>
                  <a:srgbClr val="343434"/>
                </a:solidFill>
                <a:latin typeface="Telegraf"/>
                <a:ea typeface="Telegraf"/>
                <a:cs typeface="Telegraf"/>
                <a:sym typeface="Telegraf"/>
              </a:rPr>
              <a:t>Murad Nasser</a:t>
            </a:r>
          </a:p>
        </p:txBody>
      </p:sp>
      <p:sp>
        <p:nvSpPr>
          <p:cNvPr name="TextBox 11" id="11"/>
          <p:cNvSpPr txBox="true"/>
          <p:nvPr/>
        </p:nvSpPr>
        <p:spPr>
          <a:xfrm rot="0">
            <a:off x="8704575" y="783695"/>
            <a:ext cx="3001947"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12" id="12"/>
          <p:cNvSpPr txBox="true"/>
          <p:nvPr/>
        </p:nvSpPr>
        <p:spPr>
          <a:xfrm rot="0">
            <a:off x="15067703" y="783695"/>
            <a:ext cx="2191597"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13" id="13"/>
          <p:cNvSpPr txBox="true"/>
          <p:nvPr/>
        </p:nvSpPr>
        <p:spPr>
          <a:xfrm rot="0">
            <a:off x="12346639" y="783695"/>
            <a:ext cx="2191597"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4" id="14"/>
          <p:cNvGrpSpPr/>
          <p:nvPr/>
        </p:nvGrpSpPr>
        <p:grpSpPr>
          <a:xfrm rot="5400000">
            <a:off x="12742276" y="-5341984"/>
            <a:ext cx="643045" cy="12669823"/>
            <a:chOff x="0" y="0"/>
            <a:chExt cx="169362" cy="3336908"/>
          </a:xfrm>
        </p:grpSpPr>
        <p:sp>
          <p:nvSpPr>
            <p:cNvPr name="Freeform 15" id="15"/>
            <p:cNvSpPr/>
            <p:nvPr/>
          </p:nvSpPr>
          <p:spPr>
            <a:xfrm flipH="false" flipV="false" rot="0">
              <a:off x="0" y="0"/>
              <a:ext cx="169362" cy="3336908"/>
            </a:xfrm>
            <a:custGeom>
              <a:avLst/>
              <a:gdLst/>
              <a:ahLst/>
              <a:cxnLst/>
              <a:rect r="r" b="b" t="t" l="l"/>
              <a:pathLst>
                <a:path h="3336908" w="169362">
                  <a:moveTo>
                    <a:pt x="84681" y="0"/>
                  </a:moveTo>
                  <a:lnTo>
                    <a:pt x="84681" y="0"/>
                  </a:lnTo>
                  <a:cubicBezTo>
                    <a:pt x="107140" y="0"/>
                    <a:pt x="128678" y="8922"/>
                    <a:pt x="144559" y="24802"/>
                  </a:cubicBezTo>
                  <a:cubicBezTo>
                    <a:pt x="160440" y="40683"/>
                    <a:pt x="169362" y="62222"/>
                    <a:pt x="169362" y="84681"/>
                  </a:cubicBezTo>
                  <a:lnTo>
                    <a:pt x="169362" y="3252227"/>
                  </a:lnTo>
                  <a:cubicBezTo>
                    <a:pt x="169362" y="3274686"/>
                    <a:pt x="160440" y="3296225"/>
                    <a:pt x="144559" y="3312106"/>
                  </a:cubicBezTo>
                  <a:cubicBezTo>
                    <a:pt x="128678" y="3327986"/>
                    <a:pt x="107140" y="3336908"/>
                    <a:pt x="84681" y="3336908"/>
                  </a:cubicBezTo>
                  <a:lnTo>
                    <a:pt x="84681" y="3336908"/>
                  </a:lnTo>
                  <a:cubicBezTo>
                    <a:pt x="37913" y="3336908"/>
                    <a:pt x="0" y="3298995"/>
                    <a:pt x="0" y="3252227"/>
                  </a:cubicBezTo>
                  <a:lnTo>
                    <a:pt x="0" y="84681"/>
                  </a:lnTo>
                  <a:cubicBezTo>
                    <a:pt x="0" y="37913"/>
                    <a:pt x="37913" y="0"/>
                    <a:pt x="84681" y="0"/>
                  </a:cubicBezTo>
                  <a:close/>
                </a:path>
              </a:pathLst>
            </a:custGeom>
            <a:ln w="19050" cap="rnd">
              <a:solidFill>
                <a:srgbClr val="164B82"/>
              </a:solidFill>
              <a:prstDash val="solid"/>
              <a:round/>
            </a:ln>
          </p:spPr>
        </p:sp>
        <p:sp>
          <p:nvSpPr>
            <p:cNvPr name="TextBox 16" id="16"/>
            <p:cNvSpPr txBox="true"/>
            <p:nvPr/>
          </p:nvSpPr>
          <p:spPr>
            <a:xfrm>
              <a:off x="0" y="-57150"/>
              <a:ext cx="169362" cy="3394058"/>
            </a:xfrm>
            <a:prstGeom prst="rect">
              <a:avLst/>
            </a:prstGeom>
          </p:spPr>
          <p:txBody>
            <a:bodyPr anchor="ctr" rtlCol="false" tIns="50800" lIns="50800" bIns="50800" rIns="50800"/>
            <a:lstStyle/>
            <a:p>
              <a:pPr algn="ctr">
                <a:lnSpc>
                  <a:spcPts val="363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0">
            <a:off x="2384366" y="-1968064"/>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grpSp>
        <p:nvGrpSpPr>
          <p:cNvPr name="Group 3" id="3"/>
          <p:cNvGrpSpPr/>
          <p:nvPr/>
        </p:nvGrpSpPr>
        <p:grpSpPr>
          <a:xfrm rot="0">
            <a:off x="-408865" y="-392510"/>
            <a:ext cx="7501837" cy="11072020"/>
            <a:chOff x="0" y="0"/>
            <a:chExt cx="1975792" cy="2916088"/>
          </a:xfrm>
        </p:grpSpPr>
        <p:sp>
          <p:nvSpPr>
            <p:cNvPr name="Freeform 4" id="4"/>
            <p:cNvSpPr/>
            <p:nvPr/>
          </p:nvSpPr>
          <p:spPr>
            <a:xfrm flipH="false" flipV="false" rot="0">
              <a:off x="0" y="0"/>
              <a:ext cx="1975793" cy="2916088"/>
            </a:xfrm>
            <a:custGeom>
              <a:avLst/>
              <a:gdLst/>
              <a:ahLst/>
              <a:cxnLst/>
              <a:rect r="r" b="b" t="t" l="l"/>
              <a:pathLst>
                <a:path h="2916088" w="1975793">
                  <a:moveTo>
                    <a:pt x="0" y="0"/>
                  </a:moveTo>
                  <a:lnTo>
                    <a:pt x="1975793" y="0"/>
                  </a:lnTo>
                  <a:lnTo>
                    <a:pt x="1975793"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5" id="5"/>
            <p:cNvSpPr txBox="true"/>
            <p:nvPr/>
          </p:nvSpPr>
          <p:spPr>
            <a:xfrm>
              <a:off x="0" y="-57150"/>
              <a:ext cx="1975792" cy="297323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1431877" y="6332344"/>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TextBox 7" id="7"/>
          <p:cNvSpPr txBox="true"/>
          <p:nvPr/>
        </p:nvSpPr>
        <p:spPr>
          <a:xfrm rot="0">
            <a:off x="8159298" y="1559100"/>
            <a:ext cx="8403819" cy="2466087"/>
          </a:xfrm>
          <a:prstGeom prst="rect">
            <a:avLst/>
          </a:prstGeom>
        </p:spPr>
        <p:txBody>
          <a:bodyPr anchor="t" rtlCol="false" tIns="0" lIns="0" bIns="0" rIns="0">
            <a:spAutoFit/>
          </a:bodyPr>
          <a:lstStyle/>
          <a:p>
            <a:pPr algn="l">
              <a:lnSpc>
                <a:spcPts val="9059"/>
              </a:lnSpc>
            </a:pPr>
            <a:r>
              <a:rPr lang="en-US" sz="9339" b="true">
                <a:solidFill>
                  <a:srgbClr val="343434"/>
                </a:solidFill>
                <a:latin typeface="Telegraf Bold"/>
                <a:ea typeface="Telegraf Bold"/>
                <a:cs typeface="Telegraf Bold"/>
                <a:sym typeface="Telegraf Bold"/>
              </a:rPr>
              <a:t>A CREATIVE JOURNEY</a:t>
            </a:r>
          </a:p>
        </p:txBody>
      </p:sp>
      <p:sp>
        <p:nvSpPr>
          <p:cNvPr name="TextBox 8" id="8"/>
          <p:cNvSpPr txBox="true"/>
          <p:nvPr/>
        </p:nvSpPr>
        <p:spPr>
          <a:xfrm rot="0">
            <a:off x="-988633" y="-146732"/>
            <a:ext cx="6026397" cy="4827496"/>
          </a:xfrm>
          <a:prstGeom prst="rect">
            <a:avLst/>
          </a:prstGeom>
        </p:spPr>
        <p:txBody>
          <a:bodyPr anchor="t" rtlCol="false" tIns="0" lIns="0" bIns="0" rIns="0">
            <a:spAutoFit/>
          </a:bodyPr>
          <a:lstStyle/>
          <a:p>
            <a:pPr algn="ctr">
              <a:lnSpc>
                <a:spcPts val="33472"/>
              </a:lnSpc>
            </a:pPr>
            <a:r>
              <a:rPr lang="en-US" b="true" sz="34507" spc="-2760">
                <a:solidFill>
                  <a:srgbClr val="F2F7FA"/>
                </a:solidFill>
                <a:latin typeface="Telegraf Bold"/>
                <a:ea typeface="Telegraf Bold"/>
                <a:cs typeface="Telegraf Bold"/>
                <a:sym typeface="Telegraf Bold"/>
              </a:rPr>
              <a:t>01</a:t>
            </a:r>
          </a:p>
        </p:txBody>
      </p:sp>
      <p:sp>
        <p:nvSpPr>
          <p:cNvPr name="TextBox 9" id="9"/>
          <p:cNvSpPr txBox="true"/>
          <p:nvPr/>
        </p:nvSpPr>
        <p:spPr>
          <a:xfrm rot="0">
            <a:off x="8159298" y="3911143"/>
            <a:ext cx="8403819" cy="769620"/>
          </a:xfrm>
          <a:prstGeom prst="rect">
            <a:avLst/>
          </a:prstGeom>
        </p:spPr>
        <p:txBody>
          <a:bodyPr anchor="t" rtlCol="false" tIns="0" lIns="0" bIns="0" rIns="0">
            <a:spAutoFit/>
          </a:bodyPr>
          <a:lstStyle/>
          <a:p>
            <a:pPr algn="l">
              <a:lnSpc>
                <a:spcPts val="5880"/>
              </a:lnSpc>
              <a:spcBef>
                <a:spcPct val="0"/>
              </a:spcBef>
            </a:pPr>
            <a:r>
              <a:rPr lang="en-US" sz="4200" spc="100">
                <a:solidFill>
                  <a:srgbClr val="343434"/>
                </a:solidFill>
                <a:latin typeface="Telegraf"/>
                <a:ea typeface="Telegraf"/>
                <a:cs typeface="Telegraf"/>
                <a:sym typeface="Telegraf"/>
              </a:rPr>
              <a:t>FROM CONCEPT TO REALITY</a:t>
            </a:r>
          </a:p>
        </p:txBody>
      </p:sp>
      <p:sp>
        <p:nvSpPr>
          <p:cNvPr name="TextBox 10" id="10"/>
          <p:cNvSpPr txBox="true"/>
          <p:nvPr/>
        </p:nvSpPr>
        <p:spPr>
          <a:xfrm rot="0">
            <a:off x="8159298" y="5354321"/>
            <a:ext cx="8115300" cy="1685290"/>
          </a:xfrm>
          <a:prstGeom prst="rect">
            <a:avLst/>
          </a:prstGeom>
        </p:spPr>
        <p:txBody>
          <a:bodyPr anchor="t" rtlCol="false" tIns="0" lIns="0" bIns="0" rIns="0">
            <a:spAutoFit/>
          </a:bodyPr>
          <a:lstStyle/>
          <a:p>
            <a:pPr algn="l">
              <a:lnSpc>
                <a:spcPts val="2660"/>
              </a:lnSpc>
              <a:spcBef>
                <a:spcPct val="0"/>
              </a:spcBef>
            </a:pPr>
            <a:r>
              <a:rPr lang="en-US" sz="1900" spc="95">
                <a:solidFill>
                  <a:srgbClr val="343434"/>
                </a:solidFill>
                <a:latin typeface="Telegraf"/>
                <a:ea typeface="Telegraf"/>
                <a:cs typeface="Telegraf"/>
                <a:sym typeface="Telegraf"/>
              </a:rPr>
              <a:t>culpa ullamco qui in occaecat qui magna elit proident duis ut dolore aute enim proident fugiat elit amet consequat excepteur Lorem quis dolore in nulla amet sunt veniam sit ex sunt aliqua consequat ea laborum veniam adipisicing incididunt veniam veniam occaecat</a:t>
            </a:r>
          </a:p>
        </p:txBody>
      </p:sp>
      <p:sp>
        <p:nvSpPr>
          <p:cNvPr name="TextBox 11" id="11"/>
          <p:cNvSpPr txBox="true"/>
          <p:nvPr/>
        </p:nvSpPr>
        <p:spPr>
          <a:xfrm rot="0">
            <a:off x="8159298" y="7242026"/>
            <a:ext cx="8115300" cy="1685290"/>
          </a:xfrm>
          <a:prstGeom prst="rect">
            <a:avLst/>
          </a:prstGeom>
        </p:spPr>
        <p:txBody>
          <a:bodyPr anchor="t" rtlCol="false" tIns="0" lIns="0" bIns="0" rIns="0">
            <a:spAutoFit/>
          </a:bodyPr>
          <a:lstStyle/>
          <a:p>
            <a:pPr algn="l">
              <a:lnSpc>
                <a:spcPts val="2660"/>
              </a:lnSpc>
              <a:spcBef>
                <a:spcPct val="0"/>
              </a:spcBef>
            </a:pPr>
            <a:r>
              <a:rPr lang="en-US" sz="1900" spc="95">
                <a:solidFill>
                  <a:srgbClr val="343434"/>
                </a:solidFill>
                <a:latin typeface="Telegraf"/>
                <a:ea typeface="Telegraf"/>
                <a:cs typeface="Telegraf"/>
                <a:sym typeface="Telegraf"/>
              </a:rPr>
              <a:t>culpa ullamco qui in occaecat qui magna elit proident duis ut dolore aute enim proident fugiat elit amet consequat excepteur Lorem quis dolore in nulla amet sunt veniam sit ex sunt aliqua consequat ea laborum veniam adipisicing incididunt veniam veniam occaecat</a:t>
            </a:r>
          </a:p>
        </p:txBody>
      </p:sp>
      <p:sp>
        <p:nvSpPr>
          <p:cNvPr name="TextBox 12" id="12"/>
          <p:cNvSpPr txBox="true"/>
          <p:nvPr/>
        </p:nvSpPr>
        <p:spPr>
          <a:xfrm rot="-5400000">
            <a:off x="5051534" y="7300883"/>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name="TextBox 13" id="13"/>
          <p:cNvSpPr txBox="true"/>
          <p:nvPr/>
        </p:nvSpPr>
        <p:spPr>
          <a:xfrm rot="-5400000">
            <a:off x="5388008" y="2353136"/>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2024</a:t>
            </a:r>
          </a:p>
        </p:txBody>
      </p:sp>
      <p:sp>
        <p:nvSpPr>
          <p:cNvPr name="TextBox 14" id="14"/>
          <p:cNvSpPr txBox="true"/>
          <p:nvPr/>
        </p:nvSpPr>
        <p:spPr>
          <a:xfrm rot="-5400000">
            <a:off x="5388008" y="4612828"/>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grpSp>
        <p:nvGrpSpPr>
          <p:cNvPr name="Group 15" id="15"/>
          <p:cNvGrpSpPr/>
          <p:nvPr/>
        </p:nvGrpSpPr>
        <p:grpSpPr>
          <a:xfrm rot="0">
            <a:off x="6009823" y="439935"/>
            <a:ext cx="643045" cy="9407130"/>
            <a:chOff x="0" y="0"/>
            <a:chExt cx="169362" cy="2477598"/>
          </a:xfrm>
        </p:grpSpPr>
        <p:sp>
          <p:nvSpPr>
            <p:cNvPr name="Freeform 16" id="16"/>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F2F7FA"/>
              </a:solidFill>
              <a:prstDash val="solid"/>
              <a:round/>
            </a:ln>
          </p:spPr>
        </p:sp>
        <p:sp>
          <p:nvSpPr>
            <p:cNvPr name="TextBox 17" id="17"/>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0">
            <a:off x="12114668" y="-3157079"/>
            <a:ext cx="15827806" cy="6707033"/>
          </a:xfrm>
          <a:custGeom>
            <a:avLst/>
            <a:gdLst/>
            <a:ahLst/>
            <a:cxnLst/>
            <a:rect r="r" b="b" t="t" l="l"/>
            <a:pathLst>
              <a:path h="6707033" w="15827806">
                <a:moveTo>
                  <a:pt x="0" y="0"/>
                </a:moveTo>
                <a:lnTo>
                  <a:pt x="15827806" y="0"/>
                </a:lnTo>
                <a:lnTo>
                  <a:pt x="15827806" y="6707033"/>
                </a:lnTo>
                <a:lnTo>
                  <a:pt x="0" y="6707033"/>
                </a:lnTo>
                <a:lnTo>
                  <a:pt x="0" y="0"/>
                </a:lnTo>
                <a:close/>
              </a:path>
            </a:pathLst>
          </a:custGeom>
          <a:blipFill>
            <a:blip r:embed="rId2"/>
            <a:stretch>
              <a:fillRect l="0" t="0" r="0" b="0"/>
            </a:stretch>
          </a:blipFill>
        </p:spPr>
      </p:sp>
      <p:sp>
        <p:nvSpPr>
          <p:cNvPr name="Freeform 3" id="3"/>
          <p:cNvSpPr/>
          <p:nvPr/>
        </p:nvSpPr>
        <p:spPr>
          <a:xfrm flipH="true" flipV="false" rot="-2120312">
            <a:off x="-2273262" y="8331539"/>
            <a:ext cx="12760102" cy="5407093"/>
          </a:xfrm>
          <a:custGeom>
            <a:avLst/>
            <a:gdLst/>
            <a:ahLst/>
            <a:cxnLst/>
            <a:rect r="r" b="b" t="t" l="l"/>
            <a:pathLst>
              <a:path h="5407093" w="12760102">
                <a:moveTo>
                  <a:pt x="12760102" y="0"/>
                </a:moveTo>
                <a:lnTo>
                  <a:pt x="0" y="0"/>
                </a:lnTo>
                <a:lnTo>
                  <a:pt x="0" y="5407093"/>
                </a:lnTo>
                <a:lnTo>
                  <a:pt x="12760102" y="5407093"/>
                </a:lnTo>
                <a:lnTo>
                  <a:pt x="12760102" y="0"/>
                </a:lnTo>
                <a:close/>
              </a:path>
            </a:pathLst>
          </a:custGeom>
          <a:blipFill>
            <a:blip r:embed="rId2"/>
            <a:stretch>
              <a:fillRect l="0" t="0" r="0" b="0"/>
            </a:stretch>
          </a:blipFill>
        </p:spPr>
      </p:sp>
      <p:grpSp>
        <p:nvGrpSpPr>
          <p:cNvPr name="Group 4" id="4"/>
          <p:cNvGrpSpPr/>
          <p:nvPr/>
        </p:nvGrpSpPr>
        <p:grpSpPr>
          <a:xfrm rot="0">
            <a:off x="-408865"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grpSp>
        <p:nvGrpSpPr>
          <p:cNvPr name="Group 7" id="7"/>
          <p:cNvGrpSpPr/>
          <p:nvPr/>
        </p:nvGrpSpPr>
        <p:grpSpPr>
          <a:xfrm rot="0">
            <a:off x="10351945" y="3691521"/>
            <a:ext cx="6895551" cy="1521052"/>
            <a:chOff x="0" y="0"/>
            <a:chExt cx="1816112" cy="400606"/>
          </a:xfrm>
        </p:grpSpPr>
        <p:sp>
          <p:nvSpPr>
            <p:cNvPr name="Freeform 8" id="8"/>
            <p:cNvSpPr/>
            <p:nvPr/>
          </p:nvSpPr>
          <p:spPr>
            <a:xfrm flipH="false" flipV="false" rot="0">
              <a:off x="0" y="0"/>
              <a:ext cx="1816112" cy="400606"/>
            </a:xfrm>
            <a:custGeom>
              <a:avLst/>
              <a:gdLst/>
              <a:ahLst/>
              <a:cxnLst/>
              <a:rect r="r" b="b" t="t" l="l"/>
              <a:pathLst>
                <a:path h="400606" w="1816112">
                  <a:moveTo>
                    <a:pt x="0" y="0"/>
                  </a:moveTo>
                  <a:lnTo>
                    <a:pt x="1816112" y="0"/>
                  </a:lnTo>
                  <a:lnTo>
                    <a:pt x="1816112" y="400606"/>
                  </a:lnTo>
                  <a:lnTo>
                    <a:pt x="0" y="400606"/>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9" id="9"/>
            <p:cNvSpPr txBox="true"/>
            <p:nvPr/>
          </p:nvSpPr>
          <p:spPr>
            <a:xfrm>
              <a:off x="0" y="-57150"/>
              <a:ext cx="1816112" cy="457756"/>
            </a:xfrm>
            <a:prstGeom prst="rect">
              <a:avLst/>
            </a:prstGeom>
          </p:spPr>
          <p:txBody>
            <a:bodyPr anchor="ctr" rtlCol="false" tIns="50800" lIns="50800" bIns="50800" rIns="50800"/>
            <a:lstStyle/>
            <a:p>
              <a:pPr algn="ctr">
                <a:lnSpc>
                  <a:spcPts val="3639"/>
                </a:lnSpc>
              </a:pPr>
            </a:p>
          </p:txBody>
        </p:sp>
      </p:grpSp>
      <p:grpSp>
        <p:nvGrpSpPr>
          <p:cNvPr name="Group 10" id="10"/>
          <p:cNvGrpSpPr/>
          <p:nvPr/>
        </p:nvGrpSpPr>
        <p:grpSpPr>
          <a:xfrm rot="0">
            <a:off x="10351945" y="5489893"/>
            <a:ext cx="6895551" cy="1521052"/>
            <a:chOff x="0" y="0"/>
            <a:chExt cx="1816112" cy="400606"/>
          </a:xfrm>
        </p:grpSpPr>
        <p:sp>
          <p:nvSpPr>
            <p:cNvPr name="Freeform 11" id="11"/>
            <p:cNvSpPr/>
            <p:nvPr/>
          </p:nvSpPr>
          <p:spPr>
            <a:xfrm flipH="false" flipV="false" rot="0">
              <a:off x="0" y="0"/>
              <a:ext cx="1816112" cy="400606"/>
            </a:xfrm>
            <a:custGeom>
              <a:avLst/>
              <a:gdLst/>
              <a:ahLst/>
              <a:cxnLst/>
              <a:rect r="r" b="b" t="t" l="l"/>
              <a:pathLst>
                <a:path h="400606" w="1816112">
                  <a:moveTo>
                    <a:pt x="0" y="0"/>
                  </a:moveTo>
                  <a:lnTo>
                    <a:pt x="1816112" y="0"/>
                  </a:lnTo>
                  <a:lnTo>
                    <a:pt x="1816112" y="400606"/>
                  </a:lnTo>
                  <a:lnTo>
                    <a:pt x="0" y="400606"/>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2" id="12"/>
            <p:cNvSpPr txBox="true"/>
            <p:nvPr/>
          </p:nvSpPr>
          <p:spPr>
            <a:xfrm>
              <a:off x="0" y="-57150"/>
              <a:ext cx="1816112" cy="457756"/>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1869338" y="2082771"/>
            <a:ext cx="9407130" cy="2466087"/>
          </a:xfrm>
          <a:prstGeom prst="rect">
            <a:avLst/>
          </a:prstGeom>
        </p:spPr>
        <p:txBody>
          <a:bodyPr anchor="t" rtlCol="false" tIns="0" lIns="0" bIns="0" rIns="0">
            <a:spAutoFit/>
          </a:bodyPr>
          <a:lstStyle/>
          <a:p>
            <a:pPr algn="l">
              <a:lnSpc>
                <a:spcPts val="9059"/>
              </a:lnSpc>
            </a:pPr>
            <a:r>
              <a:rPr lang="en-US" sz="9339" b="true">
                <a:solidFill>
                  <a:srgbClr val="343434"/>
                </a:solidFill>
                <a:latin typeface="Telegraf Bold"/>
                <a:ea typeface="Telegraf Bold"/>
                <a:cs typeface="Telegraf Bold"/>
                <a:sym typeface="Telegraf Bold"/>
              </a:rPr>
              <a:t>OUR GUIDING STARS</a:t>
            </a:r>
          </a:p>
        </p:txBody>
      </p:sp>
      <p:sp>
        <p:nvSpPr>
          <p:cNvPr name="TextBox 14" id="14"/>
          <p:cNvSpPr txBox="true"/>
          <p:nvPr/>
        </p:nvSpPr>
        <p:spPr>
          <a:xfrm rot="0">
            <a:off x="12529423" y="-580405"/>
            <a:ext cx="7273548" cy="4827496"/>
          </a:xfrm>
          <a:prstGeom prst="rect">
            <a:avLst/>
          </a:prstGeom>
        </p:spPr>
        <p:txBody>
          <a:bodyPr anchor="t" rtlCol="false" tIns="0" lIns="0" bIns="0" rIns="0">
            <a:spAutoFit/>
          </a:bodyPr>
          <a:lstStyle/>
          <a:p>
            <a:pPr algn="ctr">
              <a:lnSpc>
                <a:spcPts val="33472"/>
              </a:lnSpc>
            </a:pPr>
            <a:r>
              <a:rPr lang="en-US" b="true" sz="34507" spc="-2760">
                <a:solidFill>
                  <a:srgbClr val="F2F7FA"/>
                </a:solidFill>
                <a:latin typeface="Telegraf Bold"/>
                <a:ea typeface="Telegraf Bold"/>
                <a:cs typeface="Telegraf Bold"/>
                <a:sym typeface="Telegraf Bold"/>
              </a:rPr>
              <a:t>02</a:t>
            </a:r>
          </a:p>
        </p:txBody>
      </p:sp>
      <p:sp>
        <p:nvSpPr>
          <p:cNvPr name="TextBox 15" id="15"/>
          <p:cNvSpPr txBox="true"/>
          <p:nvPr/>
        </p:nvSpPr>
        <p:spPr>
          <a:xfrm rot="0">
            <a:off x="1869338" y="4434814"/>
            <a:ext cx="6081469" cy="1512570"/>
          </a:xfrm>
          <a:prstGeom prst="rect">
            <a:avLst/>
          </a:prstGeom>
        </p:spPr>
        <p:txBody>
          <a:bodyPr anchor="t" rtlCol="false" tIns="0" lIns="0" bIns="0" rIns="0">
            <a:spAutoFit/>
          </a:bodyPr>
          <a:lstStyle/>
          <a:p>
            <a:pPr algn="l">
              <a:lnSpc>
                <a:spcPts val="5880"/>
              </a:lnSpc>
              <a:spcBef>
                <a:spcPct val="0"/>
              </a:spcBef>
            </a:pPr>
            <a:r>
              <a:rPr lang="en-US" sz="4200" spc="100">
                <a:solidFill>
                  <a:srgbClr val="343434"/>
                </a:solidFill>
                <a:latin typeface="Telegraf"/>
                <a:ea typeface="Telegraf"/>
                <a:cs typeface="Telegraf"/>
                <a:sym typeface="Telegraf"/>
              </a:rPr>
              <a:t>VISION AND MISSION STATEMENT</a:t>
            </a:r>
          </a:p>
        </p:txBody>
      </p:sp>
      <p:sp>
        <p:nvSpPr>
          <p:cNvPr name="TextBox 16" id="16"/>
          <p:cNvSpPr txBox="true"/>
          <p:nvPr/>
        </p:nvSpPr>
        <p:spPr>
          <a:xfrm rot="0">
            <a:off x="10351945" y="3856417"/>
            <a:ext cx="1354994" cy="1019810"/>
          </a:xfrm>
          <a:prstGeom prst="rect">
            <a:avLst/>
          </a:prstGeom>
        </p:spPr>
        <p:txBody>
          <a:bodyPr anchor="t" rtlCol="false" tIns="0" lIns="0" bIns="0" rIns="0">
            <a:spAutoFit/>
          </a:bodyPr>
          <a:lstStyle/>
          <a:p>
            <a:pPr algn="ctr">
              <a:lnSpc>
                <a:spcPts val="7840"/>
              </a:lnSpc>
              <a:spcBef>
                <a:spcPct val="0"/>
              </a:spcBef>
            </a:pPr>
            <a:r>
              <a:rPr lang="en-US" sz="5600" spc="134">
                <a:solidFill>
                  <a:srgbClr val="F2F7FA"/>
                </a:solidFill>
                <a:latin typeface="Telegraf"/>
                <a:ea typeface="Telegraf"/>
                <a:cs typeface="Telegraf"/>
                <a:sym typeface="Telegraf"/>
              </a:rPr>
              <a:t>01</a:t>
            </a:r>
          </a:p>
        </p:txBody>
      </p:sp>
      <p:sp>
        <p:nvSpPr>
          <p:cNvPr name="TextBox 17" id="17"/>
          <p:cNvSpPr txBox="true"/>
          <p:nvPr/>
        </p:nvSpPr>
        <p:spPr>
          <a:xfrm rot="0">
            <a:off x="10351945" y="5654789"/>
            <a:ext cx="1354994" cy="1019810"/>
          </a:xfrm>
          <a:prstGeom prst="rect">
            <a:avLst/>
          </a:prstGeom>
        </p:spPr>
        <p:txBody>
          <a:bodyPr anchor="t" rtlCol="false" tIns="0" lIns="0" bIns="0" rIns="0">
            <a:spAutoFit/>
          </a:bodyPr>
          <a:lstStyle/>
          <a:p>
            <a:pPr algn="ctr">
              <a:lnSpc>
                <a:spcPts val="7840"/>
              </a:lnSpc>
              <a:spcBef>
                <a:spcPct val="0"/>
              </a:spcBef>
            </a:pPr>
            <a:r>
              <a:rPr lang="en-US" sz="5600" spc="134">
                <a:solidFill>
                  <a:srgbClr val="F2F7FA"/>
                </a:solidFill>
                <a:latin typeface="Telegraf"/>
                <a:ea typeface="Telegraf"/>
                <a:cs typeface="Telegraf"/>
                <a:sym typeface="Telegraf"/>
              </a:rPr>
              <a:t>02</a:t>
            </a:r>
          </a:p>
        </p:txBody>
      </p:sp>
      <p:sp>
        <p:nvSpPr>
          <p:cNvPr name="TextBox 18" id="18"/>
          <p:cNvSpPr txBox="true"/>
          <p:nvPr/>
        </p:nvSpPr>
        <p:spPr>
          <a:xfrm rot="0">
            <a:off x="1869338" y="6349275"/>
            <a:ext cx="5917923" cy="2018665"/>
          </a:xfrm>
          <a:prstGeom prst="rect">
            <a:avLst/>
          </a:prstGeom>
        </p:spPr>
        <p:txBody>
          <a:bodyPr anchor="t" rtlCol="false" tIns="0" lIns="0" bIns="0" rIns="0">
            <a:spAutoFit/>
          </a:bodyPr>
          <a:lstStyle/>
          <a:p>
            <a:pPr algn="l">
              <a:lnSpc>
                <a:spcPts val="2660"/>
              </a:lnSpc>
              <a:spcBef>
                <a:spcPct val="0"/>
              </a:spcBef>
            </a:pPr>
            <a:r>
              <a:rPr lang="en-US" sz="1900" spc="95">
                <a:solidFill>
                  <a:srgbClr val="343434"/>
                </a:solidFill>
                <a:latin typeface="Telegraf"/>
                <a:ea typeface="Telegraf"/>
                <a:cs typeface="Telegraf"/>
                <a:sym typeface="Telegraf"/>
              </a:rPr>
              <a:t>culpa ullamco qui in occaecat qui magna elit proident duis ut dolore aute enim proident fugiat elit amet consequat excepteur Lorem quis dolore in nulla amet sunt veniam sit ex sunt aliqua consequat ea laborum veniam adipisicing incididunt veniam veniam occaecat</a:t>
            </a:r>
          </a:p>
        </p:txBody>
      </p:sp>
      <p:sp>
        <p:nvSpPr>
          <p:cNvPr name="TextBox 19" id="19"/>
          <p:cNvSpPr txBox="true"/>
          <p:nvPr/>
        </p:nvSpPr>
        <p:spPr>
          <a:xfrm rot="0">
            <a:off x="11927406" y="3970717"/>
            <a:ext cx="4985712" cy="899795"/>
          </a:xfrm>
          <a:prstGeom prst="rect">
            <a:avLst/>
          </a:prstGeom>
        </p:spPr>
        <p:txBody>
          <a:bodyPr anchor="t" rtlCol="false" tIns="0" lIns="0" bIns="0" rIns="0">
            <a:spAutoFit/>
          </a:bodyPr>
          <a:lstStyle/>
          <a:p>
            <a:pPr algn="l">
              <a:lnSpc>
                <a:spcPts val="2380"/>
              </a:lnSpc>
              <a:spcBef>
                <a:spcPct val="0"/>
              </a:spcBef>
            </a:pPr>
            <a:r>
              <a:rPr lang="en-US" sz="1700" spc="85">
                <a:solidFill>
                  <a:srgbClr val="F2F7FA"/>
                </a:solidFill>
                <a:latin typeface="Telegraf"/>
                <a:ea typeface="Telegraf"/>
                <a:cs typeface="Telegraf"/>
                <a:sym typeface="Telegraf"/>
              </a:rPr>
              <a:t>culpa ullamco qui in occaecat qui magna elit proident duis ut dolore aute enim proident fugiat elit amet consequat excepteur</a:t>
            </a:r>
          </a:p>
        </p:txBody>
      </p:sp>
      <p:sp>
        <p:nvSpPr>
          <p:cNvPr name="TextBox 20" id="20"/>
          <p:cNvSpPr txBox="true"/>
          <p:nvPr/>
        </p:nvSpPr>
        <p:spPr>
          <a:xfrm rot="0">
            <a:off x="11927406" y="5744285"/>
            <a:ext cx="4985712" cy="899795"/>
          </a:xfrm>
          <a:prstGeom prst="rect">
            <a:avLst/>
          </a:prstGeom>
        </p:spPr>
        <p:txBody>
          <a:bodyPr anchor="t" rtlCol="false" tIns="0" lIns="0" bIns="0" rIns="0">
            <a:spAutoFit/>
          </a:bodyPr>
          <a:lstStyle/>
          <a:p>
            <a:pPr algn="l">
              <a:lnSpc>
                <a:spcPts val="2380"/>
              </a:lnSpc>
              <a:spcBef>
                <a:spcPct val="0"/>
              </a:spcBef>
            </a:pPr>
            <a:r>
              <a:rPr lang="en-US" sz="1700" spc="85">
                <a:solidFill>
                  <a:srgbClr val="F2F7FA"/>
                </a:solidFill>
                <a:latin typeface="Telegraf"/>
                <a:ea typeface="Telegraf"/>
                <a:cs typeface="Telegraf"/>
                <a:sym typeface="Telegraf"/>
              </a:rPr>
              <a:t>culpa ullamco qui in occaecat qui magna elit proident duis ut dolore aute enim proident fugiat elit amet consequat excepteur</a:t>
            </a:r>
          </a:p>
        </p:txBody>
      </p:sp>
      <p:sp>
        <p:nvSpPr>
          <p:cNvPr name="TextBox 21" id="21"/>
          <p:cNvSpPr txBox="true"/>
          <p:nvPr/>
        </p:nvSpPr>
        <p:spPr>
          <a:xfrm rot="0">
            <a:off x="2993151" y="783695"/>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22" id="22"/>
          <p:cNvSpPr txBox="true"/>
          <p:nvPr/>
        </p:nvSpPr>
        <p:spPr>
          <a:xfrm rot="0">
            <a:off x="8277374" y="783695"/>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23" id="23"/>
          <p:cNvSpPr txBox="true"/>
          <p:nvPr/>
        </p:nvSpPr>
        <p:spPr>
          <a:xfrm rot="0">
            <a:off x="6017681" y="783695"/>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24" id="24"/>
          <p:cNvGrpSpPr/>
          <p:nvPr/>
        </p:nvGrpSpPr>
        <p:grpSpPr>
          <a:xfrm rot="5400000">
            <a:off x="6251381" y="-3710637"/>
            <a:ext cx="643045" cy="9407130"/>
            <a:chOff x="0" y="0"/>
            <a:chExt cx="169362" cy="2477598"/>
          </a:xfrm>
        </p:grpSpPr>
        <p:sp>
          <p:nvSpPr>
            <p:cNvPr name="Freeform 25" id="25"/>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26" id="26"/>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grpSp>
        <p:nvGrpSpPr>
          <p:cNvPr name="Group 27" id="27"/>
          <p:cNvGrpSpPr/>
          <p:nvPr/>
        </p:nvGrpSpPr>
        <p:grpSpPr>
          <a:xfrm rot="0">
            <a:off x="10351945" y="7288265"/>
            <a:ext cx="6895551" cy="1521052"/>
            <a:chOff x="0" y="0"/>
            <a:chExt cx="1816112" cy="400606"/>
          </a:xfrm>
        </p:grpSpPr>
        <p:sp>
          <p:nvSpPr>
            <p:cNvPr name="Freeform 28" id="28"/>
            <p:cNvSpPr/>
            <p:nvPr/>
          </p:nvSpPr>
          <p:spPr>
            <a:xfrm flipH="false" flipV="false" rot="0">
              <a:off x="0" y="0"/>
              <a:ext cx="1816112" cy="400606"/>
            </a:xfrm>
            <a:custGeom>
              <a:avLst/>
              <a:gdLst/>
              <a:ahLst/>
              <a:cxnLst/>
              <a:rect r="r" b="b" t="t" l="l"/>
              <a:pathLst>
                <a:path h="400606" w="1816112">
                  <a:moveTo>
                    <a:pt x="0" y="0"/>
                  </a:moveTo>
                  <a:lnTo>
                    <a:pt x="1816112" y="0"/>
                  </a:lnTo>
                  <a:lnTo>
                    <a:pt x="1816112" y="400606"/>
                  </a:lnTo>
                  <a:lnTo>
                    <a:pt x="0" y="400606"/>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9" id="29"/>
            <p:cNvSpPr txBox="true"/>
            <p:nvPr/>
          </p:nvSpPr>
          <p:spPr>
            <a:xfrm>
              <a:off x="0" y="-57150"/>
              <a:ext cx="1816112" cy="457756"/>
            </a:xfrm>
            <a:prstGeom prst="rect">
              <a:avLst/>
            </a:prstGeom>
          </p:spPr>
          <p:txBody>
            <a:bodyPr anchor="ctr" rtlCol="false" tIns="50800" lIns="50800" bIns="50800" rIns="50800"/>
            <a:lstStyle/>
            <a:p>
              <a:pPr algn="ctr">
                <a:lnSpc>
                  <a:spcPts val="3639"/>
                </a:lnSpc>
              </a:pPr>
            </a:p>
          </p:txBody>
        </p:sp>
      </p:grpSp>
      <p:sp>
        <p:nvSpPr>
          <p:cNvPr name="TextBox 30" id="30"/>
          <p:cNvSpPr txBox="true"/>
          <p:nvPr/>
        </p:nvSpPr>
        <p:spPr>
          <a:xfrm rot="0">
            <a:off x="10351945" y="7453161"/>
            <a:ext cx="1354994" cy="1019810"/>
          </a:xfrm>
          <a:prstGeom prst="rect">
            <a:avLst/>
          </a:prstGeom>
        </p:spPr>
        <p:txBody>
          <a:bodyPr anchor="t" rtlCol="false" tIns="0" lIns="0" bIns="0" rIns="0">
            <a:spAutoFit/>
          </a:bodyPr>
          <a:lstStyle/>
          <a:p>
            <a:pPr algn="ctr">
              <a:lnSpc>
                <a:spcPts val="7840"/>
              </a:lnSpc>
              <a:spcBef>
                <a:spcPct val="0"/>
              </a:spcBef>
            </a:pPr>
            <a:r>
              <a:rPr lang="en-US" sz="5600" spc="134">
                <a:solidFill>
                  <a:srgbClr val="F2F7FA"/>
                </a:solidFill>
                <a:latin typeface="Telegraf"/>
                <a:ea typeface="Telegraf"/>
                <a:cs typeface="Telegraf"/>
                <a:sym typeface="Telegraf"/>
              </a:rPr>
              <a:t>03</a:t>
            </a:r>
          </a:p>
        </p:txBody>
      </p:sp>
      <p:sp>
        <p:nvSpPr>
          <p:cNvPr name="TextBox 31" id="31"/>
          <p:cNvSpPr txBox="true"/>
          <p:nvPr/>
        </p:nvSpPr>
        <p:spPr>
          <a:xfrm rot="0">
            <a:off x="11927406" y="7517854"/>
            <a:ext cx="4985712" cy="899795"/>
          </a:xfrm>
          <a:prstGeom prst="rect">
            <a:avLst/>
          </a:prstGeom>
        </p:spPr>
        <p:txBody>
          <a:bodyPr anchor="t" rtlCol="false" tIns="0" lIns="0" bIns="0" rIns="0">
            <a:spAutoFit/>
          </a:bodyPr>
          <a:lstStyle/>
          <a:p>
            <a:pPr algn="l">
              <a:lnSpc>
                <a:spcPts val="2380"/>
              </a:lnSpc>
              <a:spcBef>
                <a:spcPct val="0"/>
              </a:spcBef>
            </a:pPr>
            <a:r>
              <a:rPr lang="en-US" sz="1700" spc="85">
                <a:solidFill>
                  <a:srgbClr val="F2F7FA"/>
                </a:solidFill>
                <a:latin typeface="Telegraf"/>
                <a:ea typeface="Telegraf"/>
                <a:cs typeface="Telegraf"/>
                <a:sym typeface="Telegraf"/>
              </a:rPr>
              <a:t>culpa ullamco qui in occaecat qui magna elit proident duis ut dolore aute enim proident fugiat elit amet consequat excepteur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12041524" y="6795739"/>
            <a:ext cx="7273548" cy="4827496"/>
          </a:xfrm>
          <a:prstGeom prst="rect">
            <a:avLst/>
          </a:prstGeom>
        </p:spPr>
        <p:txBody>
          <a:bodyPr anchor="t" rtlCol="false" tIns="0" lIns="0" bIns="0" rIns="0">
            <a:spAutoFit/>
          </a:bodyPr>
          <a:lstStyle/>
          <a:p>
            <a:pPr algn="ctr">
              <a:lnSpc>
                <a:spcPts val="33472"/>
              </a:lnSpc>
            </a:pPr>
            <a:r>
              <a:rPr lang="en-US" b="true" sz="34507" spc="-2760">
                <a:solidFill>
                  <a:srgbClr val="F2F7FA"/>
                </a:solidFill>
                <a:latin typeface="Telegraf Bold"/>
                <a:ea typeface="Telegraf Bold"/>
                <a:cs typeface="Telegraf Bold"/>
                <a:sym typeface="Telegraf Bold"/>
              </a:rPr>
              <a:t>03</a:t>
            </a:r>
          </a:p>
        </p:txBody>
      </p:sp>
      <p:sp>
        <p:nvSpPr>
          <p:cNvPr name="TextBox 14" id="14"/>
          <p:cNvSpPr txBox="true"/>
          <p:nvPr/>
        </p:nvSpPr>
        <p:spPr>
          <a:xfrm rot="0">
            <a:off x="1028700" y="2427917"/>
            <a:ext cx="12765895" cy="1317057"/>
          </a:xfrm>
          <a:prstGeom prst="rect">
            <a:avLst/>
          </a:prstGeom>
        </p:spPr>
        <p:txBody>
          <a:bodyPr anchor="t" rtlCol="false" tIns="0" lIns="0" bIns="0" rIns="0">
            <a:spAutoFit/>
          </a:bodyPr>
          <a:lstStyle/>
          <a:p>
            <a:pPr algn="l">
              <a:lnSpc>
                <a:spcPts val="9059"/>
              </a:lnSpc>
            </a:pPr>
            <a:r>
              <a:rPr lang="en-US" sz="9339" b="true">
                <a:solidFill>
                  <a:srgbClr val="343434"/>
                </a:solidFill>
                <a:latin typeface="Telegraf Bold"/>
                <a:ea typeface="Telegraf Bold"/>
                <a:cs typeface="Telegraf Bold"/>
                <a:sym typeface="Telegraf Bold"/>
              </a:rPr>
              <a:t>FUELING THE FIRE</a:t>
            </a:r>
          </a:p>
        </p:txBody>
      </p:sp>
      <p:sp>
        <p:nvSpPr>
          <p:cNvPr name="TextBox 15" id="15"/>
          <p:cNvSpPr txBox="true"/>
          <p:nvPr/>
        </p:nvSpPr>
        <p:spPr>
          <a:xfrm rot="0">
            <a:off x="1028700" y="3630930"/>
            <a:ext cx="11012824" cy="1512570"/>
          </a:xfrm>
          <a:prstGeom prst="rect">
            <a:avLst/>
          </a:prstGeom>
        </p:spPr>
        <p:txBody>
          <a:bodyPr anchor="t" rtlCol="false" tIns="0" lIns="0" bIns="0" rIns="0">
            <a:spAutoFit/>
          </a:bodyPr>
          <a:lstStyle/>
          <a:p>
            <a:pPr algn="l">
              <a:lnSpc>
                <a:spcPts val="5880"/>
              </a:lnSpc>
              <a:spcBef>
                <a:spcPct val="0"/>
              </a:spcBef>
            </a:pPr>
            <a:r>
              <a:rPr lang="en-US" sz="4200" spc="100">
                <a:solidFill>
                  <a:srgbClr val="343434"/>
                </a:solidFill>
                <a:latin typeface="Telegraf"/>
                <a:ea typeface="Telegraf"/>
                <a:cs typeface="Telegraf"/>
                <a:sym typeface="Telegraf"/>
              </a:rPr>
              <a:t>SOURCES OF  INSPIRATION AND CREATIVITY</a:t>
            </a:r>
          </a:p>
        </p:txBody>
      </p:sp>
      <p:sp>
        <p:nvSpPr>
          <p:cNvPr name="TextBox 16" id="16"/>
          <p:cNvSpPr txBox="true"/>
          <p:nvPr/>
        </p:nvSpPr>
        <p:spPr>
          <a:xfrm rot="0">
            <a:off x="1028700" y="5457033"/>
            <a:ext cx="10268241" cy="1351915"/>
          </a:xfrm>
          <a:prstGeom prst="rect">
            <a:avLst/>
          </a:prstGeom>
        </p:spPr>
        <p:txBody>
          <a:bodyPr anchor="t" rtlCol="false" tIns="0" lIns="0" bIns="0" rIns="0">
            <a:spAutoFit/>
          </a:bodyPr>
          <a:lstStyle/>
          <a:p>
            <a:pPr algn="l">
              <a:lnSpc>
                <a:spcPts val="2660"/>
              </a:lnSpc>
              <a:spcBef>
                <a:spcPct val="0"/>
              </a:spcBef>
            </a:pPr>
            <a:r>
              <a:rPr lang="en-US" sz="1900" spc="95">
                <a:solidFill>
                  <a:srgbClr val="343434"/>
                </a:solidFill>
                <a:latin typeface="Telegraf"/>
                <a:ea typeface="Telegraf"/>
                <a:cs typeface="Telegraf"/>
                <a:sym typeface="Telegraf"/>
              </a:rPr>
              <a:t>culpa ullamco qui in occaecat qui magna elit proident duis ut dolore aute enim proident fugiat elit amet consequat excepteur Lorem quis dolore in nulla amet sunt veniam sit ex sunt aliqua consequat ea laborum veniam adipisicing incididunt veniam veniam occaecat</a:t>
            </a:r>
          </a:p>
        </p:txBody>
      </p:sp>
      <p:sp>
        <p:nvSpPr>
          <p:cNvPr name="TextBox 17" id="17"/>
          <p:cNvSpPr txBox="true"/>
          <p:nvPr/>
        </p:nvSpPr>
        <p:spPr>
          <a:xfrm rot="0">
            <a:off x="1028700" y="7199472"/>
            <a:ext cx="10268241" cy="1351915"/>
          </a:xfrm>
          <a:prstGeom prst="rect">
            <a:avLst/>
          </a:prstGeom>
        </p:spPr>
        <p:txBody>
          <a:bodyPr anchor="t" rtlCol="false" tIns="0" lIns="0" bIns="0" rIns="0">
            <a:spAutoFit/>
          </a:bodyPr>
          <a:lstStyle/>
          <a:p>
            <a:pPr algn="l">
              <a:lnSpc>
                <a:spcPts val="2660"/>
              </a:lnSpc>
              <a:spcBef>
                <a:spcPct val="0"/>
              </a:spcBef>
            </a:pPr>
            <a:r>
              <a:rPr lang="en-US" sz="1900" spc="95">
                <a:solidFill>
                  <a:srgbClr val="343434"/>
                </a:solidFill>
                <a:latin typeface="Telegraf"/>
                <a:ea typeface="Telegraf"/>
                <a:cs typeface="Telegraf"/>
                <a:sym typeface="Telegraf"/>
              </a:rPr>
              <a:t>culpa ullamco qui in occaecat qui magna elit proident duis ut dolore aute enim proident fugiat elit amet consequat excepteur Lorem quis dolore in nulla amet sunt veniam sit ex sunt aliqua consequat ea laborum veniam adipisicing incididunt veniam veniam occaecat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9950507" y="7177426"/>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1784357">
            <a:off x="-575872" y="-647487"/>
            <a:ext cx="7735476" cy="4631616"/>
          </a:xfrm>
          <a:custGeom>
            <a:avLst/>
            <a:gdLst/>
            <a:ahLst/>
            <a:cxnLst/>
            <a:rect r="r" b="b" t="t" l="l"/>
            <a:pathLst>
              <a:path h="4631616" w="7735476">
                <a:moveTo>
                  <a:pt x="0" y="0"/>
                </a:moveTo>
                <a:lnTo>
                  <a:pt x="7735475" y="0"/>
                </a:lnTo>
                <a:lnTo>
                  <a:pt x="7735475" y="4631616"/>
                </a:lnTo>
                <a:lnTo>
                  <a:pt x="0" y="4631616"/>
                </a:lnTo>
                <a:lnTo>
                  <a:pt x="0" y="0"/>
                </a:lnTo>
                <a:close/>
              </a:path>
            </a:pathLst>
          </a:custGeom>
          <a:blipFill>
            <a:blip r:embed="rId3"/>
            <a:stretch>
              <a:fillRect l="0" t="0" r="0" b="0"/>
            </a:stretch>
          </a:blipFill>
        </p:spPr>
      </p:sp>
      <p:grpSp>
        <p:nvGrpSpPr>
          <p:cNvPr name="Group 4" id="4"/>
          <p:cNvGrpSpPr/>
          <p:nvPr/>
        </p:nvGrpSpPr>
        <p:grpSpPr>
          <a:xfrm rot="0">
            <a:off x="0" y="-392510"/>
            <a:ext cx="2222584" cy="11072020"/>
            <a:chOff x="0" y="0"/>
            <a:chExt cx="585372" cy="2916088"/>
          </a:xfrm>
        </p:grpSpPr>
        <p:sp>
          <p:nvSpPr>
            <p:cNvPr name="Freeform 5" id="5"/>
            <p:cNvSpPr/>
            <p:nvPr/>
          </p:nvSpPr>
          <p:spPr>
            <a:xfrm flipH="false" flipV="false" rot="0">
              <a:off x="0" y="0"/>
              <a:ext cx="585372" cy="2916088"/>
            </a:xfrm>
            <a:custGeom>
              <a:avLst/>
              <a:gdLst/>
              <a:ahLst/>
              <a:cxnLst/>
              <a:rect r="r" b="b" t="t" l="l"/>
              <a:pathLst>
                <a:path h="2916088" w="585372">
                  <a:moveTo>
                    <a:pt x="0" y="0"/>
                  </a:moveTo>
                  <a:lnTo>
                    <a:pt x="585372" y="0"/>
                  </a:lnTo>
                  <a:lnTo>
                    <a:pt x="585372"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585372" cy="2973238"/>
            </a:xfrm>
            <a:prstGeom prst="rect">
              <a:avLst/>
            </a:prstGeom>
          </p:spPr>
          <p:txBody>
            <a:bodyPr anchor="ctr" rtlCol="false" tIns="50800" lIns="50800" bIns="50800" rIns="50800"/>
            <a:lstStyle/>
            <a:p>
              <a:pPr algn="ctr">
                <a:lnSpc>
                  <a:spcPts val="3639"/>
                </a:lnSpc>
              </a:pPr>
            </a:p>
          </p:txBody>
        </p:sp>
      </p:grpSp>
      <p:grpSp>
        <p:nvGrpSpPr>
          <p:cNvPr name="Group 7" id="7"/>
          <p:cNvGrpSpPr/>
          <p:nvPr/>
        </p:nvGrpSpPr>
        <p:grpSpPr>
          <a:xfrm rot="0">
            <a:off x="8468336" y="1192731"/>
            <a:ext cx="333375" cy="333375"/>
            <a:chOff x="0" y="0"/>
            <a:chExt cx="87802" cy="87802"/>
          </a:xfrm>
        </p:grpSpPr>
        <p:sp>
          <p:nvSpPr>
            <p:cNvPr name="Freeform 8" id="8"/>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9" id="9"/>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grpSp>
        <p:nvGrpSpPr>
          <p:cNvPr name="Group 10" id="10"/>
          <p:cNvGrpSpPr/>
          <p:nvPr/>
        </p:nvGrpSpPr>
        <p:grpSpPr>
          <a:xfrm rot="0">
            <a:off x="13198508" y="1192731"/>
            <a:ext cx="333375" cy="333375"/>
            <a:chOff x="0" y="0"/>
            <a:chExt cx="87802" cy="87802"/>
          </a:xfrm>
        </p:grpSpPr>
        <p:sp>
          <p:nvSpPr>
            <p:cNvPr name="Freeform 11" id="11"/>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2" id="12"/>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grpSp>
        <p:nvGrpSpPr>
          <p:cNvPr name="Group 13" id="13"/>
          <p:cNvGrpSpPr/>
          <p:nvPr/>
        </p:nvGrpSpPr>
        <p:grpSpPr>
          <a:xfrm rot="0">
            <a:off x="8468336" y="3612297"/>
            <a:ext cx="333375" cy="333375"/>
            <a:chOff x="0" y="0"/>
            <a:chExt cx="87802" cy="87802"/>
          </a:xfrm>
        </p:grpSpPr>
        <p:sp>
          <p:nvSpPr>
            <p:cNvPr name="Freeform 14" id="14"/>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5" id="15"/>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grpSp>
        <p:nvGrpSpPr>
          <p:cNvPr name="Group 16" id="16"/>
          <p:cNvGrpSpPr/>
          <p:nvPr/>
        </p:nvGrpSpPr>
        <p:grpSpPr>
          <a:xfrm rot="0">
            <a:off x="13198508" y="3612297"/>
            <a:ext cx="333375" cy="333375"/>
            <a:chOff x="0" y="0"/>
            <a:chExt cx="87802" cy="87802"/>
          </a:xfrm>
        </p:grpSpPr>
        <p:sp>
          <p:nvSpPr>
            <p:cNvPr name="Freeform 17" id="17"/>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8" id="18"/>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grpSp>
        <p:nvGrpSpPr>
          <p:cNvPr name="Group 19" id="19"/>
          <p:cNvGrpSpPr/>
          <p:nvPr/>
        </p:nvGrpSpPr>
        <p:grpSpPr>
          <a:xfrm rot="0">
            <a:off x="1259303" y="3524696"/>
            <a:ext cx="643045" cy="7154814"/>
            <a:chOff x="0" y="0"/>
            <a:chExt cx="169362" cy="1884396"/>
          </a:xfrm>
        </p:grpSpPr>
        <p:sp>
          <p:nvSpPr>
            <p:cNvPr name="Freeform 20" id="20"/>
            <p:cNvSpPr/>
            <p:nvPr/>
          </p:nvSpPr>
          <p:spPr>
            <a:xfrm flipH="false" flipV="false" rot="0">
              <a:off x="0" y="0"/>
              <a:ext cx="169362" cy="1884395"/>
            </a:xfrm>
            <a:custGeom>
              <a:avLst/>
              <a:gdLst/>
              <a:ahLst/>
              <a:cxnLst/>
              <a:rect r="r" b="b" t="t" l="l"/>
              <a:pathLst>
                <a:path h="1884395" w="169362">
                  <a:moveTo>
                    <a:pt x="84681" y="0"/>
                  </a:moveTo>
                  <a:lnTo>
                    <a:pt x="84681" y="0"/>
                  </a:lnTo>
                  <a:cubicBezTo>
                    <a:pt x="107140" y="0"/>
                    <a:pt x="128678" y="8922"/>
                    <a:pt x="144559" y="24802"/>
                  </a:cubicBezTo>
                  <a:cubicBezTo>
                    <a:pt x="160440" y="40683"/>
                    <a:pt x="169362" y="62222"/>
                    <a:pt x="169362" y="84681"/>
                  </a:cubicBezTo>
                  <a:lnTo>
                    <a:pt x="169362" y="1799715"/>
                  </a:lnTo>
                  <a:cubicBezTo>
                    <a:pt x="169362" y="1846483"/>
                    <a:pt x="131449" y="1884395"/>
                    <a:pt x="84681" y="1884395"/>
                  </a:cubicBezTo>
                  <a:lnTo>
                    <a:pt x="84681" y="1884395"/>
                  </a:lnTo>
                  <a:cubicBezTo>
                    <a:pt x="62222" y="1884395"/>
                    <a:pt x="40683" y="1875474"/>
                    <a:pt x="24802" y="1859593"/>
                  </a:cubicBezTo>
                  <a:cubicBezTo>
                    <a:pt x="8922" y="1843712"/>
                    <a:pt x="0" y="1822173"/>
                    <a:pt x="0" y="1799715"/>
                  </a:cubicBezTo>
                  <a:lnTo>
                    <a:pt x="0" y="84681"/>
                  </a:lnTo>
                  <a:cubicBezTo>
                    <a:pt x="0" y="37913"/>
                    <a:pt x="37913" y="0"/>
                    <a:pt x="84681" y="0"/>
                  </a:cubicBezTo>
                  <a:close/>
                </a:path>
              </a:pathLst>
            </a:custGeom>
            <a:ln w="19050" cap="rnd">
              <a:solidFill>
                <a:srgbClr val="F2F7FA"/>
              </a:solidFill>
              <a:prstDash val="solid"/>
              <a:round/>
            </a:ln>
          </p:spPr>
        </p:sp>
        <p:sp>
          <p:nvSpPr>
            <p:cNvPr name="TextBox 21" id="21"/>
            <p:cNvSpPr txBox="true"/>
            <p:nvPr/>
          </p:nvSpPr>
          <p:spPr>
            <a:xfrm>
              <a:off x="0" y="-57150"/>
              <a:ext cx="169362" cy="1941546"/>
            </a:xfrm>
            <a:prstGeom prst="rect">
              <a:avLst/>
            </a:prstGeom>
          </p:spPr>
          <p:txBody>
            <a:bodyPr anchor="ctr" rtlCol="false" tIns="50800" lIns="50800" bIns="50800" rIns="50800"/>
            <a:lstStyle/>
            <a:p>
              <a:pPr algn="ctr">
                <a:lnSpc>
                  <a:spcPts val="3639"/>
                </a:lnSpc>
              </a:pPr>
            </a:p>
          </p:txBody>
        </p:sp>
      </p:grpSp>
      <p:sp>
        <p:nvSpPr>
          <p:cNvPr name="TextBox 22" id="22"/>
          <p:cNvSpPr txBox="true"/>
          <p:nvPr/>
        </p:nvSpPr>
        <p:spPr>
          <a:xfrm rot="-5400000">
            <a:off x="301014" y="7560306"/>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name="TextBox 23" id="23"/>
          <p:cNvSpPr txBox="true"/>
          <p:nvPr/>
        </p:nvSpPr>
        <p:spPr>
          <a:xfrm rot="-5400000">
            <a:off x="637488" y="4872252"/>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name="TextBox 24" id="24"/>
          <p:cNvSpPr txBox="true"/>
          <p:nvPr/>
        </p:nvSpPr>
        <p:spPr>
          <a:xfrm rot="0">
            <a:off x="-1110727" y="-531114"/>
            <a:ext cx="7273548" cy="4827496"/>
          </a:xfrm>
          <a:prstGeom prst="rect">
            <a:avLst/>
          </a:prstGeom>
        </p:spPr>
        <p:txBody>
          <a:bodyPr anchor="t" rtlCol="false" tIns="0" lIns="0" bIns="0" rIns="0">
            <a:spAutoFit/>
          </a:bodyPr>
          <a:lstStyle/>
          <a:p>
            <a:pPr algn="ctr">
              <a:lnSpc>
                <a:spcPts val="33472"/>
              </a:lnSpc>
            </a:pPr>
            <a:r>
              <a:rPr lang="en-US" b="true" sz="34507" spc="-2760">
                <a:solidFill>
                  <a:srgbClr val="F2F7FA"/>
                </a:solidFill>
                <a:latin typeface="Telegraf Bold"/>
                <a:ea typeface="Telegraf Bold"/>
                <a:cs typeface="Telegraf Bold"/>
                <a:sym typeface="Telegraf Bold"/>
              </a:rPr>
              <a:t>04</a:t>
            </a:r>
          </a:p>
        </p:txBody>
      </p:sp>
      <p:sp>
        <p:nvSpPr>
          <p:cNvPr name="TextBox 25" id="25"/>
          <p:cNvSpPr txBox="true"/>
          <p:nvPr/>
        </p:nvSpPr>
        <p:spPr>
          <a:xfrm rot="0">
            <a:off x="3105732" y="6136637"/>
            <a:ext cx="9737167" cy="2466087"/>
          </a:xfrm>
          <a:prstGeom prst="rect">
            <a:avLst/>
          </a:prstGeom>
        </p:spPr>
        <p:txBody>
          <a:bodyPr anchor="t" rtlCol="false" tIns="0" lIns="0" bIns="0" rIns="0">
            <a:spAutoFit/>
          </a:bodyPr>
          <a:lstStyle/>
          <a:p>
            <a:pPr algn="l">
              <a:lnSpc>
                <a:spcPts val="9059"/>
              </a:lnSpc>
            </a:pPr>
            <a:r>
              <a:rPr lang="en-US" sz="9339" b="true">
                <a:solidFill>
                  <a:srgbClr val="343434"/>
                </a:solidFill>
                <a:latin typeface="Telegraf Bold"/>
                <a:ea typeface="Telegraf Bold"/>
                <a:cs typeface="Telegraf Bold"/>
                <a:sym typeface="Telegraf Bold"/>
              </a:rPr>
              <a:t>THE IDEATION JOURNEY</a:t>
            </a:r>
          </a:p>
        </p:txBody>
      </p:sp>
      <p:sp>
        <p:nvSpPr>
          <p:cNvPr name="TextBox 26" id="26"/>
          <p:cNvSpPr txBox="true"/>
          <p:nvPr/>
        </p:nvSpPr>
        <p:spPr>
          <a:xfrm rot="0">
            <a:off x="8126047" y="1687371"/>
            <a:ext cx="1017953" cy="346330"/>
          </a:xfrm>
          <a:prstGeom prst="rect">
            <a:avLst/>
          </a:prstGeom>
        </p:spPr>
        <p:txBody>
          <a:bodyPr anchor="t" rtlCol="false" tIns="0" lIns="0" bIns="0" rIns="0">
            <a:spAutoFit/>
          </a:bodyPr>
          <a:lstStyle/>
          <a:p>
            <a:pPr algn="ctr">
              <a:lnSpc>
                <a:spcPts val="2328"/>
              </a:lnSpc>
            </a:pPr>
            <a:r>
              <a:rPr lang="en-US" b="true" sz="2400">
                <a:solidFill>
                  <a:srgbClr val="343434"/>
                </a:solidFill>
                <a:latin typeface="Telegraf Bold"/>
                <a:ea typeface="Telegraf Bold"/>
                <a:cs typeface="Telegraf Bold"/>
                <a:sym typeface="Telegraf Bold"/>
              </a:rPr>
              <a:t>01</a:t>
            </a:r>
          </a:p>
        </p:txBody>
      </p:sp>
      <p:sp>
        <p:nvSpPr>
          <p:cNvPr name="TextBox 27" id="27"/>
          <p:cNvSpPr txBox="true"/>
          <p:nvPr/>
        </p:nvSpPr>
        <p:spPr>
          <a:xfrm rot="0">
            <a:off x="12856219" y="1687371"/>
            <a:ext cx="1017953" cy="346330"/>
          </a:xfrm>
          <a:prstGeom prst="rect">
            <a:avLst/>
          </a:prstGeom>
        </p:spPr>
        <p:txBody>
          <a:bodyPr anchor="t" rtlCol="false" tIns="0" lIns="0" bIns="0" rIns="0">
            <a:spAutoFit/>
          </a:bodyPr>
          <a:lstStyle/>
          <a:p>
            <a:pPr algn="ctr">
              <a:lnSpc>
                <a:spcPts val="2328"/>
              </a:lnSpc>
            </a:pPr>
            <a:r>
              <a:rPr lang="en-US" b="true" sz="2400">
                <a:solidFill>
                  <a:srgbClr val="343434"/>
                </a:solidFill>
                <a:latin typeface="Telegraf Bold"/>
                <a:ea typeface="Telegraf Bold"/>
                <a:cs typeface="Telegraf Bold"/>
                <a:sym typeface="Telegraf Bold"/>
              </a:rPr>
              <a:t>02</a:t>
            </a:r>
          </a:p>
        </p:txBody>
      </p:sp>
      <p:sp>
        <p:nvSpPr>
          <p:cNvPr name="TextBox 28" id="28"/>
          <p:cNvSpPr txBox="true"/>
          <p:nvPr/>
        </p:nvSpPr>
        <p:spPr>
          <a:xfrm rot="0">
            <a:off x="8126047" y="4106937"/>
            <a:ext cx="1017953" cy="346330"/>
          </a:xfrm>
          <a:prstGeom prst="rect">
            <a:avLst/>
          </a:prstGeom>
        </p:spPr>
        <p:txBody>
          <a:bodyPr anchor="t" rtlCol="false" tIns="0" lIns="0" bIns="0" rIns="0">
            <a:spAutoFit/>
          </a:bodyPr>
          <a:lstStyle/>
          <a:p>
            <a:pPr algn="ctr">
              <a:lnSpc>
                <a:spcPts val="2328"/>
              </a:lnSpc>
            </a:pPr>
            <a:r>
              <a:rPr lang="en-US" b="true" sz="2400">
                <a:solidFill>
                  <a:srgbClr val="343434"/>
                </a:solidFill>
                <a:latin typeface="Telegraf Bold"/>
                <a:ea typeface="Telegraf Bold"/>
                <a:cs typeface="Telegraf Bold"/>
                <a:sym typeface="Telegraf Bold"/>
              </a:rPr>
              <a:t>03</a:t>
            </a:r>
          </a:p>
        </p:txBody>
      </p:sp>
      <p:sp>
        <p:nvSpPr>
          <p:cNvPr name="TextBox 29" id="29"/>
          <p:cNvSpPr txBox="true"/>
          <p:nvPr/>
        </p:nvSpPr>
        <p:spPr>
          <a:xfrm rot="0">
            <a:off x="12856219" y="4106937"/>
            <a:ext cx="1017953" cy="346330"/>
          </a:xfrm>
          <a:prstGeom prst="rect">
            <a:avLst/>
          </a:prstGeom>
        </p:spPr>
        <p:txBody>
          <a:bodyPr anchor="t" rtlCol="false" tIns="0" lIns="0" bIns="0" rIns="0">
            <a:spAutoFit/>
          </a:bodyPr>
          <a:lstStyle/>
          <a:p>
            <a:pPr algn="ctr">
              <a:lnSpc>
                <a:spcPts val="2328"/>
              </a:lnSpc>
            </a:pPr>
            <a:r>
              <a:rPr lang="en-US" b="true" sz="2400">
                <a:solidFill>
                  <a:srgbClr val="343434"/>
                </a:solidFill>
                <a:latin typeface="Telegraf Bold"/>
                <a:ea typeface="Telegraf Bold"/>
                <a:cs typeface="Telegraf Bold"/>
                <a:sym typeface="Telegraf Bold"/>
              </a:rPr>
              <a:t>04</a:t>
            </a:r>
          </a:p>
        </p:txBody>
      </p:sp>
      <p:sp>
        <p:nvSpPr>
          <p:cNvPr name="TextBox 30" id="30"/>
          <p:cNvSpPr txBox="true"/>
          <p:nvPr/>
        </p:nvSpPr>
        <p:spPr>
          <a:xfrm rot="0">
            <a:off x="3105732" y="8488680"/>
            <a:ext cx="9737167" cy="769620"/>
          </a:xfrm>
          <a:prstGeom prst="rect">
            <a:avLst/>
          </a:prstGeom>
        </p:spPr>
        <p:txBody>
          <a:bodyPr anchor="t" rtlCol="false" tIns="0" lIns="0" bIns="0" rIns="0">
            <a:spAutoFit/>
          </a:bodyPr>
          <a:lstStyle/>
          <a:p>
            <a:pPr algn="l">
              <a:lnSpc>
                <a:spcPts val="5880"/>
              </a:lnSpc>
              <a:spcBef>
                <a:spcPct val="0"/>
              </a:spcBef>
            </a:pPr>
            <a:r>
              <a:rPr lang="en-US" sz="4200" spc="100">
                <a:solidFill>
                  <a:srgbClr val="343434"/>
                </a:solidFill>
                <a:latin typeface="Telegraf"/>
                <a:ea typeface="Telegraf"/>
                <a:cs typeface="Telegraf"/>
                <a:sym typeface="Telegraf"/>
              </a:rPr>
              <a:t>BRAINSTORMING TO BRILLIANCE</a:t>
            </a:r>
          </a:p>
        </p:txBody>
      </p:sp>
      <p:sp>
        <p:nvSpPr>
          <p:cNvPr name="TextBox 31" id="31"/>
          <p:cNvSpPr txBox="true"/>
          <p:nvPr/>
        </p:nvSpPr>
        <p:spPr>
          <a:xfrm rot="0">
            <a:off x="13874172" y="3555147"/>
            <a:ext cx="3023162" cy="1490345"/>
          </a:xfrm>
          <a:prstGeom prst="rect">
            <a:avLst/>
          </a:prstGeom>
        </p:spPr>
        <p:txBody>
          <a:bodyPr anchor="t" rtlCol="false" tIns="0" lIns="0" bIns="0" rIns="0">
            <a:spAutoFit/>
          </a:bodyPr>
          <a:lstStyle/>
          <a:p>
            <a:pPr algn="just">
              <a:lnSpc>
                <a:spcPts val="2380"/>
              </a:lnSpc>
              <a:spcBef>
                <a:spcPct val="0"/>
              </a:spcBef>
            </a:pPr>
            <a:r>
              <a:rPr lang="en-US" sz="1700">
                <a:solidFill>
                  <a:srgbClr val="343434"/>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32" id="32"/>
          <p:cNvSpPr txBox="true"/>
          <p:nvPr/>
        </p:nvSpPr>
        <p:spPr>
          <a:xfrm rot="0">
            <a:off x="9144000" y="3555147"/>
            <a:ext cx="3023162" cy="1490345"/>
          </a:xfrm>
          <a:prstGeom prst="rect">
            <a:avLst/>
          </a:prstGeom>
        </p:spPr>
        <p:txBody>
          <a:bodyPr anchor="t" rtlCol="false" tIns="0" lIns="0" bIns="0" rIns="0">
            <a:spAutoFit/>
          </a:bodyPr>
          <a:lstStyle/>
          <a:p>
            <a:pPr algn="just">
              <a:lnSpc>
                <a:spcPts val="2380"/>
              </a:lnSpc>
              <a:spcBef>
                <a:spcPct val="0"/>
              </a:spcBef>
            </a:pPr>
            <a:r>
              <a:rPr lang="en-US" sz="1700">
                <a:solidFill>
                  <a:srgbClr val="343434"/>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33" id="33"/>
          <p:cNvSpPr txBox="true"/>
          <p:nvPr/>
        </p:nvSpPr>
        <p:spPr>
          <a:xfrm rot="0">
            <a:off x="9144000" y="1135581"/>
            <a:ext cx="3023162" cy="1490345"/>
          </a:xfrm>
          <a:prstGeom prst="rect">
            <a:avLst/>
          </a:prstGeom>
        </p:spPr>
        <p:txBody>
          <a:bodyPr anchor="t" rtlCol="false" tIns="0" lIns="0" bIns="0" rIns="0">
            <a:spAutoFit/>
          </a:bodyPr>
          <a:lstStyle/>
          <a:p>
            <a:pPr algn="just">
              <a:lnSpc>
                <a:spcPts val="2380"/>
              </a:lnSpc>
              <a:spcBef>
                <a:spcPct val="0"/>
              </a:spcBef>
            </a:pPr>
            <a:r>
              <a:rPr lang="en-US" sz="1700">
                <a:solidFill>
                  <a:srgbClr val="343434"/>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34" id="34"/>
          <p:cNvSpPr txBox="true"/>
          <p:nvPr/>
        </p:nvSpPr>
        <p:spPr>
          <a:xfrm rot="0">
            <a:off x="13874172" y="1135581"/>
            <a:ext cx="3023162" cy="1490345"/>
          </a:xfrm>
          <a:prstGeom prst="rect">
            <a:avLst/>
          </a:prstGeom>
        </p:spPr>
        <p:txBody>
          <a:bodyPr anchor="t" rtlCol="false" tIns="0" lIns="0" bIns="0" rIns="0">
            <a:spAutoFit/>
          </a:bodyPr>
          <a:lstStyle/>
          <a:p>
            <a:pPr algn="just">
              <a:lnSpc>
                <a:spcPts val="2380"/>
              </a:lnSpc>
              <a:spcBef>
                <a:spcPct val="0"/>
              </a:spcBef>
            </a:pPr>
            <a:r>
              <a:rPr lang="en-US" sz="1700">
                <a:solidFill>
                  <a:srgbClr val="343434"/>
                </a:solidFill>
                <a:latin typeface="Telegraf"/>
                <a:ea typeface="Telegraf"/>
                <a:cs typeface="Telegraf"/>
                <a:sym typeface="Telegraf"/>
              </a:rPr>
              <a:t>id eiusmod ex adipisicing reprehenderit eiusmod veniam velit deserunt nisi eu anim non qui esse mollit et nisi deserunt anim consequat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true" flipV="false" rot="-1565348">
            <a:off x="-1362223" y="-2212276"/>
            <a:ext cx="10441422" cy="4424552"/>
          </a:xfrm>
          <a:custGeom>
            <a:avLst/>
            <a:gdLst/>
            <a:ahLst/>
            <a:cxnLst/>
            <a:rect r="r" b="b" t="t" l="l"/>
            <a:pathLst>
              <a:path h="4424552" w="10441422">
                <a:moveTo>
                  <a:pt x="10441421" y="0"/>
                </a:moveTo>
                <a:lnTo>
                  <a:pt x="0" y="0"/>
                </a:lnTo>
                <a:lnTo>
                  <a:pt x="0" y="4424552"/>
                </a:lnTo>
                <a:lnTo>
                  <a:pt x="10441421" y="4424552"/>
                </a:lnTo>
                <a:lnTo>
                  <a:pt x="10441421" y="0"/>
                </a:lnTo>
                <a:close/>
              </a:path>
            </a:pathLst>
          </a:custGeom>
          <a:blipFill>
            <a:blip r:embed="rId2"/>
            <a:stretch>
              <a:fillRect l="0" t="0" r="0" b="0"/>
            </a:stretch>
          </a:blipFill>
        </p:spPr>
      </p:sp>
      <p:sp>
        <p:nvSpPr>
          <p:cNvPr name="Freeform 3" id="3"/>
          <p:cNvSpPr/>
          <p:nvPr/>
        </p:nvSpPr>
        <p:spPr>
          <a:xfrm flipH="false" flipV="false" rot="8250927">
            <a:off x="5486162" y="7645079"/>
            <a:ext cx="7735476" cy="4631616"/>
          </a:xfrm>
          <a:custGeom>
            <a:avLst/>
            <a:gdLst/>
            <a:ahLst/>
            <a:cxnLst/>
            <a:rect r="r" b="b" t="t" l="l"/>
            <a:pathLst>
              <a:path h="4631616" w="7735476">
                <a:moveTo>
                  <a:pt x="0" y="0"/>
                </a:moveTo>
                <a:lnTo>
                  <a:pt x="7735475" y="0"/>
                </a:lnTo>
                <a:lnTo>
                  <a:pt x="7735475" y="4631616"/>
                </a:lnTo>
                <a:lnTo>
                  <a:pt x="0" y="4631616"/>
                </a:lnTo>
                <a:lnTo>
                  <a:pt x="0" y="0"/>
                </a:lnTo>
                <a:close/>
              </a:path>
            </a:pathLst>
          </a:custGeom>
          <a:blipFill>
            <a:blip r:embed="rId3"/>
            <a:stretch>
              <a:fillRect l="0" t="0" r="0" b="0"/>
            </a:stretch>
          </a:blipFill>
        </p:spPr>
      </p:sp>
      <p:grpSp>
        <p:nvGrpSpPr>
          <p:cNvPr name="Group 4" id="4"/>
          <p:cNvGrpSpPr/>
          <p:nvPr/>
        </p:nvGrpSpPr>
        <p:grpSpPr>
          <a:xfrm rot="0">
            <a:off x="10821802" y="4192649"/>
            <a:ext cx="7891417" cy="6257897"/>
            <a:chOff x="0" y="0"/>
            <a:chExt cx="2078398" cy="1648170"/>
          </a:xfrm>
        </p:grpSpPr>
        <p:sp>
          <p:nvSpPr>
            <p:cNvPr name="Freeform 5" id="5"/>
            <p:cNvSpPr/>
            <p:nvPr/>
          </p:nvSpPr>
          <p:spPr>
            <a:xfrm flipH="false" flipV="false" rot="0">
              <a:off x="0" y="0"/>
              <a:ext cx="2078398" cy="1648170"/>
            </a:xfrm>
            <a:custGeom>
              <a:avLst/>
              <a:gdLst/>
              <a:ahLst/>
              <a:cxnLst/>
              <a:rect r="r" b="b" t="t" l="l"/>
              <a:pathLst>
                <a:path h="1648170" w="2078398">
                  <a:moveTo>
                    <a:pt x="0" y="0"/>
                  </a:moveTo>
                  <a:lnTo>
                    <a:pt x="2078398" y="0"/>
                  </a:lnTo>
                  <a:lnTo>
                    <a:pt x="2078398" y="1648170"/>
                  </a:lnTo>
                  <a:lnTo>
                    <a:pt x="0" y="1648170"/>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2078398" cy="1705320"/>
            </a:xfrm>
            <a:prstGeom prst="rect">
              <a:avLst/>
            </a:prstGeom>
          </p:spPr>
          <p:txBody>
            <a:bodyPr anchor="ctr" rtlCol="false" tIns="50800" lIns="50800" bIns="50800" rIns="50800"/>
            <a:lstStyle/>
            <a:p>
              <a:pPr algn="ctr">
                <a:lnSpc>
                  <a:spcPts val="3639"/>
                </a:lnSpc>
              </a:pPr>
            </a:p>
          </p:txBody>
        </p:sp>
      </p:grpSp>
      <p:grpSp>
        <p:nvGrpSpPr>
          <p:cNvPr name="Group 7" id="7"/>
          <p:cNvGrpSpPr/>
          <p:nvPr/>
        </p:nvGrpSpPr>
        <p:grpSpPr>
          <a:xfrm rot="5400000">
            <a:off x="14969335" y="1122741"/>
            <a:ext cx="643045" cy="7706253"/>
            <a:chOff x="0" y="0"/>
            <a:chExt cx="169362" cy="2029631"/>
          </a:xfrm>
        </p:grpSpPr>
        <p:sp>
          <p:nvSpPr>
            <p:cNvPr name="Freeform 8" id="8"/>
            <p:cNvSpPr/>
            <p:nvPr/>
          </p:nvSpPr>
          <p:spPr>
            <a:xfrm flipH="false" flipV="false" rot="0">
              <a:off x="0" y="0"/>
              <a:ext cx="169362" cy="2029631"/>
            </a:xfrm>
            <a:custGeom>
              <a:avLst/>
              <a:gdLst/>
              <a:ahLst/>
              <a:cxnLst/>
              <a:rect r="r" b="b" t="t" l="l"/>
              <a:pathLst>
                <a:path h="2029631" w="169362">
                  <a:moveTo>
                    <a:pt x="84681" y="0"/>
                  </a:moveTo>
                  <a:lnTo>
                    <a:pt x="84681" y="0"/>
                  </a:lnTo>
                  <a:cubicBezTo>
                    <a:pt x="107140" y="0"/>
                    <a:pt x="128678" y="8922"/>
                    <a:pt x="144559" y="24802"/>
                  </a:cubicBezTo>
                  <a:cubicBezTo>
                    <a:pt x="160440" y="40683"/>
                    <a:pt x="169362" y="62222"/>
                    <a:pt x="169362" y="84681"/>
                  </a:cubicBezTo>
                  <a:lnTo>
                    <a:pt x="169362" y="1944950"/>
                  </a:lnTo>
                  <a:cubicBezTo>
                    <a:pt x="169362" y="1967409"/>
                    <a:pt x="160440" y="1988947"/>
                    <a:pt x="144559" y="2004828"/>
                  </a:cubicBezTo>
                  <a:cubicBezTo>
                    <a:pt x="128678" y="2020709"/>
                    <a:pt x="107140" y="2029631"/>
                    <a:pt x="84681" y="2029631"/>
                  </a:cubicBezTo>
                  <a:lnTo>
                    <a:pt x="84681" y="2029631"/>
                  </a:lnTo>
                  <a:cubicBezTo>
                    <a:pt x="37913" y="2029631"/>
                    <a:pt x="0" y="1991718"/>
                    <a:pt x="0" y="1944950"/>
                  </a:cubicBezTo>
                  <a:lnTo>
                    <a:pt x="0" y="84681"/>
                  </a:lnTo>
                  <a:cubicBezTo>
                    <a:pt x="0" y="37913"/>
                    <a:pt x="37913" y="0"/>
                    <a:pt x="84681" y="0"/>
                  </a:cubicBezTo>
                  <a:close/>
                </a:path>
              </a:pathLst>
            </a:custGeom>
            <a:ln w="19050" cap="rnd">
              <a:solidFill>
                <a:srgbClr val="F2F7FA"/>
              </a:solidFill>
              <a:prstDash val="solid"/>
              <a:round/>
            </a:ln>
          </p:spPr>
        </p:sp>
        <p:sp>
          <p:nvSpPr>
            <p:cNvPr name="TextBox 9" id="9"/>
            <p:cNvSpPr txBox="true"/>
            <p:nvPr/>
          </p:nvSpPr>
          <p:spPr>
            <a:xfrm>
              <a:off x="0" y="-57150"/>
              <a:ext cx="169362" cy="2086781"/>
            </a:xfrm>
            <a:prstGeom prst="rect">
              <a:avLst/>
            </a:prstGeom>
          </p:spPr>
          <p:txBody>
            <a:bodyPr anchor="ctr" rtlCol="false" tIns="50800" lIns="50800" bIns="50800" rIns="50800"/>
            <a:lstStyle/>
            <a:p>
              <a:pPr algn="ctr">
                <a:lnSpc>
                  <a:spcPts val="3639"/>
                </a:lnSpc>
              </a:pPr>
            </a:p>
          </p:txBody>
        </p:sp>
      </p:grpSp>
      <p:sp>
        <p:nvSpPr>
          <p:cNvPr name="TextBox 10" id="10"/>
          <p:cNvSpPr txBox="true"/>
          <p:nvPr/>
        </p:nvSpPr>
        <p:spPr>
          <a:xfrm rot="0">
            <a:off x="12028076" y="4766635"/>
            <a:ext cx="2798032" cy="351790"/>
          </a:xfrm>
          <a:prstGeom prst="rect">
            <a:avLst/>
          </a:prstGeom>
        </p:spPr>
        <p:txBody>
          <a:bodyPr anchor="t" rtlCol="false" tIns="0" lIns="0" bIns="0" rIns="0">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name="TextBox 11" id="11"/>
          <p:cNvSpPr txBox="true"/>
          <p:nvPr/>
        </p:nvSpPr>
        <p:spPr>
          <a:xfrm rot="0">
            <a:off x="14826108" y="4766635"/>
            <a:ext cx="2042727" cy="351790"/>
          </a:xfrm>
          <a:prstGeom prst="rect">
            <a:avLst/>
          </a:prstGeom>
        </p:spPr>
        <p:txBody>
          <a:bodyPr anchor="t" rtlCol="false" tIns="0" lIns="0" bIns="0" rIns="0">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sp>
        <p:nvSpPr>
          <p:cNvPr name="TextBox 12" id="12"/>
          <p:cNvSpPr txBox="true"/>
          <p:nvPr/>
        </p:nvSpPr>
        <p:spPr>
          <a:xfrm rot="0">
            <a:off x="12114668" y="6830598"/>
            <a:ext cx="7273548" cy="4827496"/>
          </a:xfrm>
          <a:prstGeom prst="rect">
            <a:avLst/>
          </a:prstGeom>
        </p:spPr>
        <p:txBody>
          <a:bodyPr anchor="t" rtlCol="false" tIns="0" lIns="0" bIns="0" rIns="0">
            <a:spAutoFit/>
          </a:bodyPr>
          <a:lstStyle/>
          <a:p>
            <a:pPr algn="ctr">
              <a:lnSpc>
                <a:spcPts val="33472"/>
              </a:lnSpc>
            </a:pPr>
            <a:r>
              <a:rPr lang="en-US" b="true" sz="34507" spc="-2760">
                <a:solidFill>
                  <a:srgbClr val="F2F7FA"/>
                </a:solidFill>
                <a:latin typeface="Telegraf Bold"/>
                <a:ea typeface="Telegraf Bold"/>
                <a:cs typeface="Telegraf Bold"/>
                <a:sym typeface="Telegraf Bold"/>
              </a:rPr>
              <a:t>05</a:t>
            </a:r>
          </a:p>
        </p:txBody>
      </p:sp>
      <p:sp>
        <p:nvSpPr>
          <p:cNvPr name="TextBox 13" id="13"/>
          <p:cNvSpPr txBox="true"/>
          <p:nvPr/>
        </p:nvSpPr>
        <p:spPr>
          <a:xfrm rot="0">
            <a:off x="1028700" y="1726562"/>
            <a:ext cx="9445915" cy="2466087"/>
          </a:xfrm>
          <a:prstGeom prst="rect">
            <a:avLst/>
          </a:prstGeom>
        </p:spPr>
        <p:txBody>
          <a:bodyPr anchor="t" rtlCol="false" tIns="0" lIns="0" bIns="0" rIns="0">
            <a:spAutoFit/>
          </a:bodyPr>
          <a:lstStyle/>
          <a:p>
            <a:pPr algn="l">
              <a:lnSpc>
                <a:spcPts val="9059"/>
              </a:lnSpc>
            </a:pPr>
            <a:r>
              <a:rPr lang="en-US" sz="9339" b="true">
                <a:solidFill>
                  <a:srgbClr val="343434"/>
                </a:solidFill>
                <a:latin typeface="Telegraf Bold"/>
                <a:ea typeface="Telegraf Bold"/>
                <a:cs typeface="Telegraf Bold"/>
                <a:sym typeface="Telegraf Bold"/>
              </a:rPr>
              <a:t>BRINGING IDEAS TO LIFE </a:t>
            </a:r>
          </a:p>
        </p:txBody>
      </p:sp>
      <p:sp>
        <p:nvSpPr>
          <p:cNvPr name="TextBox 14" id="14"/>
          <p:cNvSpPr txBox="true"/>
          <p:nvPr/>
        </p:nvSpPr>
        <p:spPr>
          <a:xfrm rot="0">
            <a:off x="1028700" y="4078605"/>
            <a:ext cx="9657424" cy="769620"/>
          </a:xfrm>
          <a:prstGeom prst="rect">
            <a:avLst/>
          </a:prstGeom>
        </p:spPr>
        <p:txBody>
          <a:bodyPr anchor="t" rtlCol="false" tIns="0" lIns="0" bIns="0" rIns="0">
            <a:spAutoFit/>
          </a:bodyPr>
          <a:lstStyle/>
          <a:p>
            <a:pPr algn="l">
              <a:lnSpc>
                <a:spcPts val="5880"/>
              </a:lnSpc>
              <a:spcBef>
                <a:spcPct val="0"/>
              </a:spcBef>
            </a:pPr>
            <a:r>
              <a:rPr lang="en-US" sz="4200" spc="100">
                <a:solidFill>
                  <a:srgbClr val="343434"/>
                </a:solidFill>
                <a:latin typeface="Telegraf"/>
                <a:ea typeface="Telegraf"/>
                <a:cs typeface="Telegraf"/>
                <a:sym typeface="Telegraf"/>
              </a:rPr>
              <a:t>THE MAKING PROCESS</a:t>
            </a:r>
          </a:p>
        </p:txBody>
      </p:sp>
      <p:sp>
        <p:nvSpPr>
          <p:cNvPr name="TextBox 15" id="15"/>
          <p:cNvSpPr txBox="true"/>
          <p:nvPr/>
        </p:nvSpPr>
        <p:spPr>
          <a:xfrm rot="0">
            <a:off x="1028700" y="5230715"/>
            <a:ext cx="7817645" cy="1685290"/>
          </a:xfrm>
          <a:prstGeom prst="rect">
            <a:avLst/>
          </a:prstGeom>
        </p:spPr>
        <p:txBody>
          <a:bodyPr anchor="t" rtlCol="false" tIns="0" lIns="0" bIns="0" rIns="0">
            <a:spAutoFit/>
          </a:bodyPr>
          <a:lstStyle/>
          <a:p>
            <a:pPr algn="l">
              <a:lnSpc>
                <a:spcPts val="2660"/>
              </a:lnSpc>
              <a:spcBef>
                <a:spcPct val="0"/>
              </a:spcBef>
            </a:pPr>
            <a:r>
              <a:rPr lang="en-US" sz="1900" spc="95">
                <a:solidFill>
                  <a:srgbClr val="343434"/>
                </a:solidFill>
                <a:latin typeface="Telegraf"/>
                <a:ea typeface="Telegraf"/>
                <a:cs typeface="Telegraf"/>
                <a:sym typeface="Telegraf"/>
              </a:rPr>
              <a:t>culpa ullamco qui in occaecat qui magna elit proident duis ut dolore aute enim proident fugiat elit amet consequat excepteur Lorem quis dolore in nulla amet sunt veniam sit ex sunt aliqua consequat ea laborum veniam adipisicing incididunt veniam veniam occaecat</a:t>
            </a:r>
          </a:p>
        </p:txBody>
      </p:sp>
      <p:sp>
        <p:nvSpPr>
          <p:cNvPr name="TextBox 16" id="16"/>
          <p:cNvSpPr txBox="true"/>
          <p:nvPr/>
        </p:nvSpPr>
        <p:spPr>
          <a:xfrm rot="0">
            <a:off x="1028700" y="7211280"/>
            <a:ext cx="7817645" cy="1685290"/>
          </a:xfrm>
          <a:prstGeom prst="rect">
            <a:avLst/>
          </a:prstGeom>
        </p:spPr>
        <p:txBody>
          <a:bodyPr anchor="t" rtlCol="false" tIns="0" lIns="0" bIns="0" rIns="0">
            <a:spAutoFit/>
          </a:bodyPr>
          <a:lstStyle/>
          <a:p>
            <a:pPr algn="l">
              <a:lnSpc>
                <a:spcPts val="2660"/>
              </a:lnSpc>
              <a:spcBef>
                <a:spcPct val="0"/>
              </a:spcBef>
            </a:pPr>
            <a:r>
              <a:rPr lang="en-US" sz="1900" spc="95">
                <a:solidFill>
                  <a:srgbClr val="343434"/>
                </a:solidFill>
                <a:latin typeface="Telegraf"/>
                <a:ea typeface="Telegraf"/>
                <a:cs typeface="Telegraf"/>
                <a:sym typeface="Telegraf"/>
              </a:rPr>
              <a:t>culpa ullamco qui in occaecat qui magna elit proident duis ut dolore aute enim proident fugiat elit amet consequat excepteur Lorem quis dolore in nulla amet sunt veniam sit ex sunt aliqua consequat ea laborum veniam adipisicing incididunt veniam veniam occaecat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TextBox 2" id="2"/>
          <p:cNvSpPr txBox="true"/>
          <p:nvPr/>
        </p:nvSpPr>
        <p:spPr>
          <a:xfrm rot="0">
            <a:off x="5564248" y="9337770"/>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3" id="3"/>
          <p:cNvSpPr txBox="true"/>
          <p:nvPr/>
        </p:nvSpPr>
        <p:spPr>
          <a:xfrm rot="0">
            <a:off x="10848471" y="9337770"/>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4" id="4"/>
          <p:cNvSpPr txBox="true"/>
          <p:nvPr/>
        </p:nvSpPr>
        <p:spPr>
          <a:xfrm rot="0">
            <a:off x="8588778" y="9337770"/>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5" id="5"/>
          <p:cNvGrpSpPr/>
          <p:nvPr/>
        </p:nvGrpSpPr>
        <p:grpSpPr>
          <a:xfrm rot="5400000">
            <a:off x="8822478" y="4843437"/>
            <a:ext cx="643045" cy="9407130"/>
            <a:chOff x="0" y="0"/>
            <a:chExt cx="169362" cy="2477598"/>
          </a:xfrm>
        </p:grpSpPr>
        <p:sp>
          <p:nvSpPr>
            <p:cNvPr name="Freeform 6" id="6"/>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7" id="7"/>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8" id="8"/>
          <p:cNvSpPr/>
          <p:nvPr/>
        </p:nvSpPr>
        <p:spPr>
          <a:xfrm flipH="false" flipV="false" rot="225008">
            <a:off x="9950507" y="7177426"/>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9" id="9"/>
          <p:cNvSpPr/>
          <p:nvPr/>
        </p:nvSpPr>
        <p:spPr>
          <a:xfrm flipH="false" flipV="false" rot="-8410460">
            <a:off x="1935723" y="-5126712"/>
            <a:ext cx="11976399" cy="7170869"/>
          </a:xfrm>
          <a:custGeom>
            <a:avLst/>
            <a:gdLst/>
            <a:ahLst/>
            <a:cxnLst/>
            <a:rect r="r" b="b" t="t" l="l"/>
            <a:pathLst>
              <a:path h="7170869" w="11976399">
                <a:moveTo>
                  <a:pt x="0" y="0"/>
                </a:moveTo>
                <a:lnTo>
                  <a:pt x="11976399" y="0"/>
                </a:lnTo>
                <a:lnTo>
                  <a:pt x="11976399" y="7170868"/>
                </a:lnTo>
                <a:lnTo>
                  <a:pt x="0" y="7170868"/>
                </a:lnTo>
                <a:lnTo>
                  <a:pt x="0" y="0"/>
                </a:lnTo>
                <a:close/>
              </a:path>
            </a:pathLst>
          </a:custGeom>
          <a:blipFill>
            <a:blip r:embed="rId3"/>
            <a:stretch>
              <a:fillRect l="0" t="0" r="0" b="0"/>
            </a:stretch>
          </a:blipFill>
        </p:spPr>
      </p:sp>
      <p:sp>
        <p:nvSpPr>
          <p:cNvPr name="TextBox 10" id="10"/>
          <p:cNvSpPr txBox="true"/>
          <p:nvPr/>
        </p:nvSpPr>
        <p:spPr>
          <a:xfrm rot="0">
            <a:off x="12664408" y="-882202"/>
            <a:ext cx="7273548" cy="4827496"/>
          </a:xfrm>
          <a:prstGeom prst="rect">
            <a:avLst/>
          </a:prstGeom>
        </p:spPr>
        <p:txBody>
          <a:bodyPr anchor="t" rtlCol="false" tIns="0" lIns="0" bIns="0" rIns="0">
            <a:spAutoFit/>
          </a:bodyPr>
          <a:lstStyle/>
          <a:p>
            <a:pPr algn="ctr">
              <a:lnSpc>
                <a:spcPts val="33472"/>
              </a:lnSpc>
            </a:pPr>
            <a:r>
              <a:rPr lang="en-US" b="true" sz="34507" spc="-2760">
                <a:solidFill>
                  <a:srgbClr val="164B82"/>
                </a:solidFill>
                <a:latin typeface="Telegraf Bold"/>
                <a:ea typeface="Telegraf Bold"/>
                <a:cs typeface="Telegraf Bold"/>
                <a:sym typeface="Telegraf Bold"/>
              </a:rPr>
              <a:t>06</a:t>
            </a:r>
          </a:p>
        </p:txBody>
      </p:sp>
      <p:grpSp>
        <p:nvGrpSpPr>
          <p:cNvPr name="Group 11" id="11"/>
          <p:cNvGrpSpPr/>
          <p:nvPr/>
        </p:nvGrpSpPr>
        <p:grpSpPr>
          <a:xfrm rot="0">
            <a:off x="1028700" y="1028700"/>
            <a:ext cx="5473709" cy="2431846"/>
            <a:chOff x="0" y="0"/>
            <a:chExt cx="1441635" cy="640486"/>
          </a:xfrm>
        </p:grpSpPr>
        <p:sp>
          <p:nvSpPr>
            <p:cNvPr name="Freeform 12" id="12"/>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3" id="13"/>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grpSp>
        <p:nvGrpSpPr>
          <p:cNvPr name="Group 14" id="14"/>
          <p:cNvGrpSpPr/>
          <p:nvPr/>
        </p:nvGrpSpPr>
        <p:grpSpPr>
          <a:xfrm rot="0">
            <a:off x="1028700" y="3655775"/>
            <a:ext cx="5473709" cy="2431846"/>
            <a:chOff x="0" y="0"/>
            <a:chExt cx="1441635" cy="640486"/>
          </a:xfrm>
        </p:grpSpPr>
        <p:sp>
          <p:nvSpPr>
            <p:cNvPr name="Freeform 15" id="15"/>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6" id="16"/>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grpSp>
        <p:nvGrpSpPr>
          <p:cNvPr name="Group 17" id="17"/>
          <p:cNvGrpSpPr/>
          <p:nvPr/>
        </p:nvGrpSpPr>
        <p:grpSpPr>
          <a:xfrm rot="0">
            <a:off x="1028700" y="6286752"/>
            <a:ext cx="5473709" cy="2431846"/>
            <a:chOff x="0" y="0"/>
            <a:chExt cx="1441635" cy="640486"/>
          </a:xfrm>
        </p:grpSpPr>
        <p:sp>
          <p:nvSpPr>
            <p:cNvPr name="Freeform 18" id="18"/>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9" id="19"/>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grpSp>
        <p:nvGrpSpPr>
          <p:cNvPr name="Group 20" id="20"/>
          <p:cNvGrpSpPr/>
          <p:nvPr/>
        </p:nvGrpSpPr>
        <p:grpSpPr>
          <a:xfrm rot="0">
            <a:off x="11785591" y="1028700"/>
            <a:ext cx="5473709" cy="2431846"/>
            <a:chOff x="0" y="0"/>
            <a:chExt cx="1441635" cy="640486"/>
          </a:xfrm>
        </p:grpSpPr>
        <p:sp>
          <p:nvSpPr>
            <p:cNvPr name="Freeform 21" id="21"/>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2" id="22"/>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grpSp>
        <p:nvGrpSpPr>
          <p:cNvPr name="Group 23" id="23"/>
          <p:cNvGrpSpPr/>
          <p:nvPr/>
        </p:nvGrpSpPr>
        <p:grpSpPr>
          <a:xfrm rot="0">
            <a:off x="11785591" y="3655775"/>
            <a:ext cx="5473709" cy="2431846"/>
            <a:chOff x="0" y="0"/>
            <a:chExt cx="1441635" cy="640486"/>
          </a:xfrm>
        </p:grpSpPr>
        <p:sp>
          <p:nvSpPr>
            <p:cNvPr name="Freeform 24" id="24"/>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5" id="25"/>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grpSp>
        <p:nvGrpSpPr>
          <p:cNvPr name="Group 26" id="26"/>
          <p:cNvGrpSpPr/>
          <p:nvPr/>
        </p:nvGrpSpPr>
        <p:grpSpPr>
          <a:xfrm rot="0">
            <a:off x="11785591" y="6286752"/>
            <a:ext cx="5473709" cy="2431846"/>
            <a:chOff x="0" y="0"/>
            <a:chExt cx="1441635" cy="640486"/>
          </a:xfrm>
        </p:grpSpPr>
        <p:sp>
          <p:nvSpPr>
            <p:cNvPr name="Freeform 27" id="27"/>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8" id="28"/>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sp>
        <p:nvSpPr>
          <p:cNvPr name="TextBox 29" id="29"/>
          <p:cNvSpPr txBox="true"/>
          <p:nvPr/>
        </p:nvSpPr>
        <p:spPr>
          <a:xfrm rot="0">
            <a:off x="1028700" y="1789324"/>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A</a:t>
            </a:r>
          </a:p>
        </p:txBody>
      </p:sp>
      <p:sp>
        <p:nvSpPr>
          <p:cNvPr name="TextBox 30" id="30"/>
          <p:cNvSpPr txBox="true"/>
          <p:nvPr/>
        </p:nvSpPr>
        <p:spPr>
          <a:xfrm rot="0">
            <a:off x="11785591" y="1789324"/>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D</a:t>
            </a:r>
          </a:p>
        </p:txBody>
      </p:sp>
      <p:sp>
        <p:nvSpPr>
          <p:cNvPr name="TextBox 31" id="31"/>
          <p:cNvSpPr txBox="true"/>
          <p:nvPr/>
        </p:nvSpPr>
        <p:spPr>
          <a:xfrm rot="0">
            <a:off x="1028700" y="4416399"/>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B</a:t>
            </a:r>
          </a:p>
        </p:txBody>
      </p:sp>
      <p:sp>
        <p:nvSpPr>
          <p:cNvPr name="TextBox 32" id="32"/>
          <p:cNvSpPr txBox="true"/>
          <p:nvPr/>
        </p:nvSpPr>
        <p:spPr>
          <a:xfrm rot="0">
            <a:off x="11785591" y="4416399"/>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E</a:t>
            </a:r>
          </a:p>
        </p:txBody>
      </p:sp>
      <p:grpSp>
        <p:nvGrpSpPr>
          <p:cNvPr name="Group 33" id="33"/>
          <p:cNvGrpSpPr/>
          <p:nvPr/>
        </p:nvGrpSpPr>
        <p:grpSpPr>
          <a:xfrm rot="0">
            <a:off x="6591555" y="3945293"/>
            <a:ext cx="5009307" cy="1852811"/>
            <a:chOff x="0" y="0"/>
            <a:chExt cx="6679077" cy="2470414"/>
          </a:xfrm>
        </p:grpSpPr>
        <p:sp>
          <p:nvSpPr>
            <p:cNvPr name="TextBox 34" id="34"/>
            <p:cNvSpPr txBox="true"/>
            <p:nvPr/>
          </p:nvSpPr>
          <p:spPr>
            <a:xfrm rot="0">
              <a:off x="0" y="47625"/>
              <a:ext cx="6679077" cy="1918945"/>
            </a:xfrm>
            <a:prstGeom prst="rect">
              <a:avLst/>
            </a:prstGeom>
          </p:spPr>
          <p:txBody>
            <a:bodyPr anchor="t" rtlCol="false" tIns="0" lIns="0" bIns="0" rIns="0">
              <a:spAutoFit/>
            </a:bodyPr>
            <a:lstStyle/>
            <a:p>
              <a:pPr algn="ctr">
                <a:lnSpc>
                  <a:spcPts val="5221"/>
                </a:lnSpc>
              </a:pPr>
              <a:r>
                <a:rPr lang="en-US" b="true" sz="5383">
                  <a:solidFill>
                    <a:srgbClr val="343434"/>
                  </a:solidFill>
                  <a:latin typeface="Telegraf Bold"/>
                  <a:ea typeface="Telegraf Bold"/>
                  <a:cs typeface="Telegraf Bold"/>
                  <a:sym typeface="Telegraf Bold"/>
                </a:rPr>
                <a:t>A VISUAL ODYSSEY</a:t>
              </a:r>
            </a:p>
          </p:txBody>
        </p:sp>
        <p:sp>
          <p:nvSpPr>
            <p:cNvPr name="TextBox 35" id="35"/>
            <p:cNvSpPr txBox="true"/>
            <p:nvPr/>
          </p:nvSpPr>
          <p:spPr>
            <a:xfrm rot="0">
              <a:off x="0" y="1905208"/>
              <a:ext cx="6679077" cy="565206"/>
            </a:xfrm>
            <a:prstGeom prst="rect">
              <a:avLst/>
            </a:prstGeom>
          </p:spPr>
          <p:txBody>
            <a:bodyPr anchor="t" rtlCol="false" tIns="0" lIns="0" bIns="0" rIns="0">
              <a:spAutoFit/>
            </a:bodyPr>
            <a:lstStyle/>
            <a:p>
              <a:pPr algn="ctr">
                <a:lnSpc>
                  <a:spcPts val="3389"/>
                </a:lnSpc>
                <a:spcBef>
                  <a:spcPct val="0"/>
                </a:spcBef>
              </a:pPr>
              <a:r>
                <a:rPr lang="en-US" sz="2420" spc="58">
                  <a:solidFill>
                    <a:srgbClr val="343434"/>
                  </a:solidFill>
                  <a:latin typeface="Telegraf"/>
                  <a:ea typeface="Telegraf"/>
                  <a:cs typeface="Telegraf"/>
                  <a:sym typeface="Telegraf"/>
                </a:rPr>
                <a:t>MAPPING OUR THOUGHTS</a:t>
              </a:r>
            </a:p>
          </p:txBody>
        </p:sp>
      </p:grpSp>
      <p:sp>
        <p:nvSpPr>
          <p:cNvPr name="TextBox 36" id="36"/>
          <p:cNvSpPr txBox="true"/>
          <p:nvPr/>
        </p:nvSpPr>
        <p:spPr>
          <a:xfrm rot="0">
            <a:off x="2526047" y="1526756"/>
            <a:ext cx="3587842" cy="13881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37" id="37"/>
          <p:cNvSpPr txBox="true"/>
          <p:nvPr/>
        </p:nvSpPr>
        <p:spPr>
          <a:xfrm rot="0">
            <a:off x="13282938" y="1526756"/>
            <a:ext cx="3587842" cy="13881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38" id="38"/>
          <p:cNvSpPr txBox="true"/>
          <p:nvPr/>
        </p:nvSpPr>
        <p:spPr>
          <a:xfrm rot="0">
            <a:off x="2526047" y="4153831"/>
            <a:ext cx="3587842" cy="13881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39" id="39"/>
          <p:cNvSpPr txBox="true"/>
          <p:nvPr/>
        </p:nvSpPr>
        <p:spPr>
          <a:xfrm rot="0">
            <a:off x="13282938" y="4153831"/>
            <a:ext cx="3587842" cy="13881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40" id="40"/>
          <p:cNvSpPr txBox="true"/>
          <p:nvPr/>
        </p:nvSpPr>
        <p:spPr>
          <a:xfrm rot="0">
            <a:off x="1028700" y="7043474"/>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C</a:t>
            </a:r>
          </a:p>
        </p:txBody>
      </p:sp>
      <p:sp>
        <p:nvSpPr>
          <p:cNvPr name="TextBox 41" id="41"/>
          <p:cNvSpPr txBox="true"/>
          <p:nvPr/>
        </p:nvSpPr>
        <p:spPr>
          <a:xfrm rot="0">
            <a:off x="11785591" y="7043474"/>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F</a:t>
            </a:r>
          </a:p>
        </p:txBody>
      </p:sp>
      <p:sp>
        <p:nvSpPr>
          <p:cNvPr name="TextBox 42" id="42"/>
          <p:cNvSpPr txBox="true"/>
          <p:nvPr/>
        </p:nvSpPr>
        <p:spPr>
          <a:xfrm rot="0">
            <a:off x="2526047" y="6780906"/>
            <a:ext cx="3587842" cy="13881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43" id="43"/>
          <p:cNvSpPr txBox="true"/>
          <p:nvPr/>
        </p:nvSpPr>
        <p:spPr>
          <a:xfrm rot="0">
            <a:off x="13282938" y="6780906"/>
            <a:ext cx="3587842" cy="13881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Freeform 44" id="44"/>
          <p:cNvSpPr/>
          <p:nvPr/>
        </p:nvSpPr>
        <p:spPr>
          <a:xfrm>
            <a:off x="6502409" y="2244623"/>
            <a:ext cx="5283181" cy="1455558"/>
          </a:xfrm>
          <a:custGeom>
            <a:avLst/>
            <a:gdLst/>
            <a:ahLst/>
            <a:cxnLst/>
            <a:rect r="r" b="b" t="t" l="l"/>
            <a:pathLst>
              <a:path h="1455558" w="5283181">
                <a:moveTo>
                  <a:pt x="0" y="0"/>
                </a:moveTo>
                <a:lnTo>
                  <a:pt x="719602" y="0"/>
                </a:lnTo>
                <a:cubicBezTo>
                  <a:pt x="780231" y="0"/>
                  <a:pt x="838376" y="24085"/>
                  <a:pt x="881247" y="66956"/>
                </a:cubicBezTo>
                <a:cubicBezTo>
                  <a:pt x="924118" y="109827"/>
                  <a:pt x="948202" y="167972"/>
                  <a:pt x="948202" y="228600"/>
                </a:cubicBezTo>
                <a:lnTo>
                  <a:pt x="948202" y="1226958"/>
                </a:lnTo>
                <a:cubicBezTo>
                  <a:pt x="948202" y="1287587"/>
                  <a:pt x="972287" y="1345732"/>
                  <a:pt x="1015158" y="1388603"/>
                </a:cubicBezTo>
                <a:cubicBezTo>
                  <a:pt x="1058028" y="1431474"/>
                  <a:pt x="1116173" y="1455558"/>
                  <a:pt x="1176802" y="1455558"/>
                </a:cubicBezTo>
                <a:lnTo>
                  <a:pt x="3910125" y="1455558"/>
                </a:lnTo>
                <a:cubicBezTo>
                  <a:pt x="4036377" y="1455558"/>
                  <a:pt x="4138725" y="1353210"/>
                  <a:pt x="4138725" y="1226958"/>
                </a:cubicBezTo>
                <a:lnTo>
                  <a:pt x="4138725" y="228600"/>
                </a:lnTo>
                <a:cubicBezTo>
                  <a:pt x="4138725" y="102348"/>
                  <a:pt x="4241073" y="0"/>
                  <a:pt x="4367325" y="0"/>
                </a:cubicBezTo>
                <a:lnTo>
                  <a:pt x="5283182" y="0"/>
                </a:lnTo>
              </a:path>
            </a:pathLst>
          </a:custGeom>
          <a:ln cap="flat" w="19050">
            <a:solidFill>
              <a:srgbClr val="164B82"/>
            </a:solidFill>
            <a:prstDash val="sysDash"/>
            <a:headEnd type="oval" len="lg" w="lg"/>
            <a:tailEnd type="oval" len="lg" w="lg"/>
          </a:ln>
        </p:spPr>
      </p:sp>
      <p:sp>
        <p:nvSpPr>
          <p:cNvPr name="Freeform 45" id="45"/>
          <p:cNvSpPr/>
          <p:nvPr/>
        </p:nvSpPr>
        <p:spPr>
          <a:xfrm>
            <a:off x="6502409" y="6114288"/>
            <a:ext cx="5098453" cy="1388387"/>
          </a:xfrm>
          <a:custGeom>
            <a:avLst/>
            <a:gdLst/>
            <a:ahLst/>
            <a:cxnLst/>
            <a:rect r="r" b="b" t="t" l="l"/>
            <a:pathLst>
              <a:path h="1388387" w="5098453">
                <a:moveTo>
                  <a:pt x="0" y="1381809"/>
                </a:moveTo>
                <a:lnTo>
                  <a:pt x="719602" y="1381809"/>
                </a:lnTo>
                <a:cubicBezTo>
                  <a:pt x="845854" y="1381809"/>
                  <a:pt x="948202" y="1279461"/>
                  <a:pt x="948202" y="1153209"/>
                </a:cubicBezTo>
                <a:lnTo>
                  <a:pt x="948202" y="228600"/>
                </a:lnTo>
                <a:cubicBezTo>
                  <a:pt x="948202" y="167972"/>
                  <a:pt x="972287" y="109826"/>
                  <a:pt x="1015158" y="66955"/>
                </a:cubicBezTo>
                <a:cubicBezTo>
                  <a:pt x="1058028" y="24085"/>
                  <a:pt x="1116173" y="0"/>
                  <a:pt x="1176802" y="0"/>
                </a:cubicBezTo>
                <a:lnTo>
                  <a:pt x="3910125" y="0"/>
                </a:lnTo>
                <a:cubicBezTo>
                  <a:pt x="4036377" y="0"/>
                  <a:pt x="4138725" y="102348"/>
                  <a:pt x="4138725" y="228600"/>
                </a:cubicBezTo>
                <a:lnTo>
                  <a:pt x="4138725" y="1159787"/>
                </a:lnTo>
                <a:cubicBezTo>
                  <a:pt x="4138725" y="1220416"/>
                  <a:pt x="4162810" y="1278562"/>
                  <a:pt x="4205681" y="1321432"/>
                </a:cubicBezTo>
                <a:cubicBezTo>
                  <a:pt x="4248551" y="1364303"/>
                  <a:pt x="4306696" y="1388387"/>
                  <a:pt x="4367325" y="1388387"/>
                </a:cubicBezTo>
                <a:lnTo>
                  <a:pt x="5098453" y="1388387"/>
                </a:lnTo>
              </a:path>
            </a:pathLst>
          </a:custGeom>
          <a:ln cap="flat" w="19050">
            <a:solidFill>
              <a:srgbClr val="164B82"/>
            </a:solidFill>
            <a:prstDash val="sysDash"/>
            <a:headEnd type="oval" len="lg" w="lg"/>
            <a:tailEnd type="oval" len="lg" w="lg"/>
          </a:ln>
        </p:spPr>
      </p:sp>
      <p:sp>
        <p:nvSpPr>
          <p:cNvPr name="AutoShape 46" id="46"/>
          <p:cNvSpPr/>
          <p:nvPr/>
        </p:nvSpPr>
        <p:spPr>
          <a:xfrm>
            <a:off x="6502409" y="4871699"/>
            <a:ext cx="446710" cy="0"/>
          </a:xfrm>
          <a:prstGeom prst="line">
            <a:avLst/>
          </a:prstGeom>
          <a:ln cap="flat" w="19050">
            <a:solidFill>
              <a:srgbClr val="164B82"/>
            </a:solidFill>
            <a:prstDash val="sysDash"/>
            <a:headEnd type="oval" len="lg" w="lg"/>
            <a:tailEnd type="oval" len="lg" w="lg"/>
          </a:ln>
        </p:spPr>
      </p:sp>
      <p:sp>
        <p:nvSpPr>
          <p:cNvPr name="AutoShape 47" id="47"/>
          <p:cNvSpPr/>
          <p:nvPr/>
        </p:nvSpPr>
        <p:spPr>
          <a:xfrm flipV="true">
            <a:off x="11338881" y="4871699"/>
            <a:ext cx="556730" cy="0"/>
          </a:xfrm>
          <a:prstGeom prst="line">
            <a:avLst/>
          </a:prstGeom>
          <a:ln cap="flat" w="19050">
            <a:solidFill>
              <a:srgbClr val="164B82"/>
            </a:solidFill>
            <a:prstDash val="sysDash"/>
            <a:headEnd type="oval" len="lg" w="lg"/>
            <a:tailEnd type="oval" len="lg" w="lg"/>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true" flipV="false" rot="0">
            <a:off x="-189023" y="-2444319"/>
            <a:ext cx="12760102" cy="5407093"/>
          </a:xfrm>
          <a:custGeom>
            <a:avLst/>
            <a:gdLst/>
            <a:ahLst/>
            <a:cxnLst/>
            <a:rect r="r" b="b" t="t" l="l"/>
            <a:pathLst>
              <a:path h="5407093" w="12760102">
                <a:moveTo>
                  <a:pt x="12760103" y="0"/>
                </a:moveTo>
                <a:lnTo>
                  <a:pt x="0" y="0"/>
                </a:lnTo>
                <a:lnTo>
                  <a:pt x="0" y="5407093"/>
                </a:lnTo>
                <a:lnTo>
                  <a:pt x="12760103" y="5407093"/>
                </a:lnTo>
                <a:lnTo>
                  <a:pt x="12760103" y="0"/>
                </a:lnTo>
                <a:close/>
              </a:path>
            </a:pathLst>
          </a:custGeom>
          <a:blipFill>
            <a:blip r:embed="rId2"/>
            <a:stretch>
              <a:fillRect l="0" t="0" r="0" b="0"/>
            </a:stretch>
          </a:blipFill>
        </p:spPr>
      </p:sp>
      <p:grpSp>
        <p:nvGrpSpPr>
          <p:cNvPr name="Group 3" id="3"/>
          <p:cNvGrpSpPr/>
          <p:nvPr/>
        </p:nvGrpSpPr>
        <p:grpSpPr>
          <a:xfrm rot="0">
            <a:off x="11786060" y="-392510"/>
            <a:ext cx="6667753" cy="11072020"/>
            <a:chOff x="0" y="0"/>
            <a:chExt cx="1756116" cy="2916088"/>
          </a:xfrm>
        </p:grpSpPr>
        <p:sp>
          <p:nvSpPr>
            <p:cNvPr name="Freeform 4" id="4"/>
            <p:cNvSpPr/>
            <p:nvPr/>
          </p:nvSpPr>
          <p:spPr>
            <a:xfrm flipH="false" flipV="false" rot="0">
              <a:off x="0" y="0"/>
              <a:ext cx="1756116" cy="2916088"/>
            </a:xfrm>
            <a:custGeom>
              <a:avLst/>
              <a:gdLst/>
              <a:ahLst/>
              <a:cxnLst/>
              <a:rect r="r" b="b" t="t" l="l"/>
              <a:pathLst>
                <a:path h="2916088" w="1756116">
                  <a:moveTo>
                    <a:pt x="0" y="0"/>
                  </a:moveTo>
                  <a:lnTo>
                    <a:pt x="1756116" y="0"/>
                  </a:lnTo>
                  <a:lnTo>
                    <a:pt x="1756116"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5" id="5"/>
            <p:cNvSpPr txBox="true"/>
            <p:nvPr/>
          </p:nvSpPr>
          <p:spPr>
            <a:xfrm>
              <a:off x="0" y="-57150"/>
              <a:ext cx="1756116" cy="2973238"/>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10951976" y="7212829"/>
            <a:ext cx="6026397" cy="4827496"/>
          </a:xfrm>
          <a:prstGeom prst="rect">
            <a:avLst/>
          </a:prstGeom>
        </p:spPr>
        <p:txBody>
          <a:bodyPr anchor="t" rtlCol="false" tIns="0" lIns="0" bIns="0" rIns="0">
            <a:spAutoFit/>
          </a:bodyPr>
          <a:lstStyle/>
          <a:p>
            <a:pPr algn="ctr">
              <a:lnSpc>
                <a:spcPts val="33472"/>
              </a:lnSpc>
            </a:pPr>
            <a:r>
              <a:rPr lang="en-US" b="true" sz="34507" spc="-2760">
                <a:solidFill>
                  <a:srgbClr val="F2F7FA"/>
                </a:solidFill>
                <a:latin typeface="Telegraf Bold"/>
                <a:ea typeface="Telegraf Bold"/>
                <a:cs typeface="Telegraf Bold"/>
                <a:sym typeface="Telegraf Bold"/>
              </a:rPr>
              <a:t>07</a:t>
            </a:r>
          </a:p>
        </p:txBody>
      </p:sp>
      <p:sp>
        <p:nvSpPr>
          <p:cNvPr name="TextBox 7" id="7"/>
          <p:cNvSpPr txBox="true"/>
          <p:nvPr/>
        </p:nvSpPr>
        <p:spPr>
          <a:xfrm rot="0">
            <a:off x="1061409" y="4929764"/>
            <a:ext cx="7539495" cy="1691894"/>
          </a:xfrm>
          <a:prstGeom prst="rect">
            <a:avLst/>
          </a:prstGeom>
        </p:spPr>
        <p:txBody>
          <a:bodyPr anchor="t" rtlCol="false" tIns="0" lIns="0" bIns="0" rIns="0">
            <a:spAutoFit/>
          </a:bodyPr>
          <a:lstStyle/>
          <a:p>
            <a:pPr algn="l">
              <a:lnSpc>
                <a:spcPts val="6208"/>
              </a:lnSpc>
            </a:pPr>
            <a:r>
              <a:rPr lang="en-US" sz="6400" b="true">
                <a:solidFill>
                  <a:srgbClr val="343434"/>
                </a:solidFill>
                <a:latin typeface="Telegraf Bold"/>
                <a:ea typeface="Telegraf Bold"/>
                <a:cs typeface="Telegraf Bold"/>
                <a:sym typeface="Telegraf Bold"/>
              </a:rPr>
              <a:t>CELEBRATING SUCCESS</a:t>
            </a:r>
          </a:p>
        </p:txBody>
      </p:sp>
      <p:sp>
        <p:nvSpPr>
          <p:cNvPr name="TextBox 8" id="8"/>
          <p:cNvSpPr txBox="true"/>
          <p:nvPr/>
        </p:nvSpPr>
        <p:spPr>
          <a:xfrm rot="0">
            <a:off x="1061409" y="1453241"/>
            <a:ext cx="3491865" cy="2020824"/>
          </a:xfrm>
          <a:prstGeom prst="rect">
            <a:avLst/>
          </a:prstGeom>
        </p:spPr>
        <p:txBody>
          <a:bodyPr anchor="t" rtlCol="false" tIns="0" lIns="0" bIns="0" rIns="0">
            <a:spAutoFit/>
          </a:bodyPr>
          <a:lstStyle/>
          <a:p>
            <a:pPr algn="l">
              <a:lnSpc>
                <a:spcPts val="13968"/>
              </a:lnSpc>
            </a:pPr>
            <a:r>
              <a:rPr lang="en-US" sz="14400" b="true">
                <a:solidFill>
                  <a:srgbClr val="343434"/>
                </a:solidFill>
                <a:latin typeface="Telegraf Bold"/>
                <a:ea typeface="Telegraf Bold"/>
                <a:cs typeface="Telegraf Bold"/>
                <a:sym typeface="Telegraf Bold"/>
              </a:rPr>
              <a:t>98</a:t>
            </a:r>
          </a:p>
        </p:txBody>
      </p:sp>
      <p:sp>
        <p:nvSpPr>
          <p:cNvPr name="TextBox 9" id="9"/>
          <p:cNvSpPr txBox="true"/>
          <p:nvPr/>
        </p:nvSpPr>
        <p:spPr>
          <a:xfrm rot="0">
            <a:off x="3534195" y="2238296"/>
            <a:ext cx="4832941" cy="910844"/>
          </a:xfrm>
          <a:prstGeom prst="rect">
            <a:avLst/>
          </a:prstGeom>
        </p:spPr>
        <p:txBody>
          <a:bodyPr anchor="t" rtlCol="false" tIns="0" lIns="0" bIns="0" rIns="0">
            <a:spAutoFit/>
          </a:bodyPr>
          <a:lstStyle/>
          <a:p>
            <a:pPr algn="l">
              <a:lnSpc>
                <a:spcPts val="6207"/>
              </a:lnSpc>
            </a:pPr>
            <a:r>
              <a:rPr lang="en-US" sz="6399" b="true">
                <a:solidFill>
                  <a:srgbClr val="343434"/>
                </a:solidFill>
                <a:latin typeface="Telegraf Bold"/>
                <a:ea typeface="Telegraf Bold"/>
                <a:cs typeface="Telegraf Bold"/>
                <a:sym typeface="Telegraf Bold"/>
              </a:rPr>
              <a:t>.000.000</a:t>
            </a:r>
          </a:p>
        </p:txBody>
      </p:sp>
      <p:sp>
        <p:nvSpPr>
          <p:cNvPr name="TextBox 10" id="10"/>
          <p:cNvSpPr txBox="true"/>
          <p:nvPr/>
        </p:nvSpPr>
        <p:spPr>
          <a:xfrm rot="0">
            <a:off x="1061409" y="6549402"/>
            <a:ext cx="7539495" cy="575945"/>
          </a:xfrm>
          <a:prstGeom prst="rect">
            <a:avLst/>
          </a:prstGeom>
        </p:spPr>
        <p:txBody>
          <a:bodyPr anchor="t" rtlCol="false" tIns="0" lIns="0" bIns="0" rIns="0">
            <a:spAutoFit/>
          </a:bodyPr>
          <a:lstStyle/>
          <a:p>
            <a:pPr algn="l">
              <a:lnSpc>
                <a:spcPts val="4480"/>
              </a:lnSpc>
              <a:spcBef>
                <a:spcPct val="0"/>
              </a:spcBef>
            </a:pPr>
            <a:r>
              <a:rPr lang="en-US" sz="3200" spc="76">
                <a:solidFill>
                  <a:srgbClr val="343434"/>
                </a:solidFill>
                <a:latin typeface="Telegraf"/>
                <a:ea typeface="Telegraf"/>
                <a:cs typeface="Telegraf"/>
                <a:sym typeface="Telegraf"/>
              </a:rPr>
              <a:t>TRIUMPHS AND TESTIMONIALS: </a:t>
            </a:r>
          </a:p>
        </p:txBody>
      </p:sp>
      <p:sp>
        <p:nvSpPr>
          <p:cNvPr name="TextBox 11" id="11"/>
          <p:cNvSpPr txBox="true"/>
          <p:nvPr/>
        </p:nvSpPr>
        <p:spPr>
          <a:xfrm rot="0">
            <a:off x="1061409" y="7573010"/>
            <a:ext cx="8082591" cy="1685290"/>
          </a:xfrm>
          <a:prstGeom prst="rect">
            <a:avLst/>
          </a:prstGeom>
        </p:spPr>
        <p:txBody>
          <a:bodyPr anchor="t" rtlCol="false" tIns="0" lIns="0" bIns="0" rIns="0">
            <a:spAutoFit/>
          </a:bodyPr>
          <a:lstStyle/>
          <a:p>
            <a:pPr algn="l">
              <a:lnSpc>
                <a:spcPts val="2660"/>
              </a:lnSpc>
              <a:spcBef>
                <a:spcPct val="0"/>
              </a:spcBef>
            </a:pPr>
            <a:r>
              <a:rPr lang="en-US" sz="1900" spc="95">
                <a:solidFill>
                  <a:srgbClr val="343434"/>
                </a:solidFill>
                <a:latin typeface="Telegraf"/>
                <a:ea typeface="Telegraf"/>
                <a:cs typeface="Telegraf"/>
                <a:sym typeface="Telegraf"/>
              </a:rPr>
              <a:t>culpa ullamco qui in occaecat qui magna elit proident duis ut dolore aute enim proident fugiat elit amet consequat excepteur Lorem quis dolore in nulla amet sunt veniam sit ex sunt aliqua consequat ea laborum veniam adipisicing incididunt veniam veniam occaecat</a:t>
            </a:r>
          </a:p>
        </p:txBody>
      </p:sp>
      <p:grpSp>
        <p:nvGrpSpPr>
          <p:cNvPr name="Group 12" id="12"/>
          <p:cNvGrpSpPr/>
          <p:nvPr/>
        </p:nvGrpSpPr>
        <p:grpSpPr>
          <a:xfrm rot="0">
            <a:off x="17259300" y="439935"/>
            <a:ext cx="643045" cy="9407130"/>
            <a:chOff x="0" y="0"/>
            <a:chExt cx="857393" cy="12542840"/>
          </a:xfrm>
        </p:grpSpPr>
        <p:sp>
          <p:nvSpPr>
            <p:cNvPr name="TextBox 13" id="13"/>
            <p:cNvSpPr txBox="true"/>
            <p:nvPr/>
          </p:nvSpPr>
          <p:spPr>
            <a:xfrm rot="-5400000">
              <a:off x="-1266608" y="9159042"/>
              <a:ext cx="3323932" cy="446828"/>
            </a:xfrm>
            <a:prstGeom prst="rect">
              <a:avLst/>
            </a:prstGeom>
          </p:spPr>
          <p:txBody>
            <a:bodyPr anchor="t" rtlCol="false" tIns="0" lIns="0" bIns="0" rIns="0">
              <a:spAutoFit/>
            </a:bodyPr>
            <a:lstStyle/>
            <a:p>
              <a:pPr algn="l">
                <a:lnSpc>
                  <a:spcPts val="2660"/>
                </a:lnSpc>
                <a:spcBef>
                  <a:spcPct val="0"/>
                </a:spcBef>
              </a:pPr>
              <a:r>
                <a:rPr lang="en-US" sz="1900" spc="95">
                  <a:solidFill>
                    <a:srgbClr val="F2F7FA"/>
                  </a:solidFill>
                  <a:latin typeface="Telegraf Extra-Light"/>
                  <a:ea typeface="Telegraf Extra-Light"/>
                  <a:cs typeface="Telegraf Extra-Light"/>
                  <a:sym typeface="Telegraf Extra-Light"/>
                </a:rPr>
                <a:t>Studio Shodwe</a:t>
              </a:r>
            </a:p>
          </p:txBody>
        </p:sp>
        <p:sp>
          <p:nvSpPr>
            <p:cNvPr name="TextBox 14" id="14"/>
            <p:cNvSpPr txBox="true"/>
            <p:nvPr/>
          </p:nvSpPr>
          <p:spPr>
            <a:xfrm rot="-5400000">
              <a:off x="-817974" y="2562046"/>
              <a:ext cx="2426665" cy="446828"/>
            </a:xfrm>
            <a:prstGeom prst="rect">
              <a:avLst/>
            </a:prstGeom>
          </p:spPr>
          <p:txBody>
            <a:bodyPr anchor="t" rtlCol="false" tIns="0" lIns="0" bIns="0" rIns="0">
              <a:spAutoFit/>
            </a:bodyPr>
            <a:lstStyle/>
            <a:p>
              <a:pPr algn="r">
                <a:lnSpc>
                  <a:spcPts val="2660"/>
                </a:lnSpc>
                <a:spcBef>
                  <a:spcPct val="0"/>
                </a:spcBef>
              </a:pPr>
              <a:r>
                <a:rPr lang="en-US" sz="1900" spc="95">
                  <a:solidFill>
                    <a:srgbClr val="F2F7FA"/>
                  </a:solidFill>
                  <a:latin typeface="Telegraf Extra-Light"/>
                  <a:ea typeface="Telegraf Extra-Light"/>
                  <a:cs typeface="Telegraf Extra-Light"/>
                  <a:sym typeface="Telegraf Extra-Light"/>
                </a:rPr>
                <a:t>2024</a:t>
              </a:r>
            </a:p>
          </p:txBody>
        </p:sp>
        <p:sp>
          <p:nvSpPr>
            <p:cNvPr name="TextBox 15" id="15"/>
            <p:cNvSpPr txBox="true"/>
            <p:nvPr/>
          </p:nvSpPr>
          <p:spPr>
            <a:xfrm rot="-5400000">
              <a:off x="-817974" y="5574970"/>
              <a:ext cx="2426665" cy="446828"/>
            </a:xfrm>
            <a:prstGeom prst="rect">
              <a:avLst/>
            </a:prstGeom>
          </p:spPr>
          <p:txBody>
            <a:bodyPr anchor="t" rtlCol="false" tIns="0" lIns="0" bIns="0" rIns="0">
              <a:spAutoFit/>
            </a:bodyPr>
            <a:lstStyle/>
            <a:p>
              <a:pPr algn="ctr">
                <a:lnSpc>
                  <a:spcPts val="2660"/>
                </a:lnSpc>
                <a:spcBef>
                  <a:spcPct val="0"/>
                </a:spcBef>
              </a:pPr>
              <a:r>
                <a:rPr lang="en-US" sz="1900" spc="95">
                  <a:solidFill>
                    <a:srgbClr val="F2F7FA"/>
                  </a:solidFill>
                  <a:latin typeface="Telegraf Extra-Light"/>
                  <a:ea typeface="Telegraf Extra-Light"/>
                  <a:cs typeface="Telegraf Extra-Light"/>
                  <a:sym typeface="Telegraf Extra-Light"/>
                </a:rPr>
                <a:t>Project.</a:t>
              </a:r>
            </a:p>
          </p:txBody>
        </p:sp>
        <p:grpSp>
          <p:nvGrpSpPr>
            <p:cNvPr name="Group 16" id="16"/>
            <p:cNvGrpSpPr/>
            <p:nvPr/>
          </p:nvGrpSpPr>
          <p:grpSpPr>
            <a:xfrm rot="0">
              <a:off x="0" y="0"/>
              <a:ext cx="857393" cy="12542840"/>
              <a:chOff x="0" y="0"/>
              <a:chExt cx="169362" cy="2477598"/>
            </a:xfrm>
          </p:grpSpPr>
          <p:sp>
            <p:nvSpPr>
              <p:cNvPr name="Freeform 17" id="17"/>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F2F7FA"/>
                </a:solidFill>
                <a:prstDash val="solid"/>
                <a:round/>
              </a:ln>
            </p:spPr>
          </p:sp>
          <p:sp>
            <p:nvSpPr>
              <p:cNvPr name="TextBox 18" id="18"/>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grpSp>
      <p:sp>
        <p:nvSpPr>
          <p:cNvPr name="TextBox 19" id="19"/>
          <p:cNvSpPr txBox="true"/>
          <p:nvPr/>
        </p:nvSpPr>
        <p:spPr>
          <a:xfrm rot="0">
            <a:off x="1061409" y="3208279"/>
            <a:ext cx="7815054" cy="559435"/>
          </a:xfrm>
          <a:prstGeom prst="rect">
            <a:avLst/>
          </a:prstGeom>
        </p:spPr>
        <p:txBody>
          <a:bodyPr anchor="t" rtlCol="false" tIns="0" lIns="0" bIns="0" rIns="0">
            <a:spAutoFit/>
          </a:bodyPr>
          <a:lstStyle/>
          <a:p>
            <a:pPr algn="just">
              <a:lnSpc>
                <a:spcPts val="2240"/>
              </a:lnSpc>
              <a:spcBef>
                <a:spcPct val="0"/>
              </a:spcBef>
            </a:pPr>
            <a:r>
              <a:rPr lang="en-US" sz="1600" spc="80">
                <a:solidFill>
                  <a:srgbClr val="343434"/>
                </a:solidFill>
                <a:latin typeface="Telegraf"/>
                <a:ea typeface="Telegraf"/>
                <a:cs typeface="Telegraf"/>
                <a:sym typeface="Telegraf"/>
              </a:rPr>
              <a:t>id eiusmod ex adipisicing reprehenderit eiusmod veniam velit deserunt nisi eu anim non qui esse mollit et nisi deserunt anim consequat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grpSp>
        <p:nvGrpSpPr>
          <p:cNvPr name="Group 2" id="2"/>
          <p:cNvGrpSpPr/>
          <p:nvPr/>
        </p:nvGrpSpPr>
        <p:grpSpPr>
          <a:xfrm rot="0">
            <a:off x="0" y="-392510"/>
            <a:ext cx="5212196" cy="11072020"/>
            <a:chOff x="0" y="0"/>
            <a:chExt cx="1372759" cy="2916088"/>
          </a:xfrm>
        </p:grpSpPr>
        <p:sp>
          <p:nvSpPr>
            <p:cNvPr name="Freeform 3" id="3"/>
            <p:cNvSpPr/>
            <p:nvPr/>
          </p:nvSpPr>
          <p:spPr>
            <a:xfrm flipH="false" flipV="false" rot="0">
              <a:off x="0" y="0"/>
              <a:ext cx="1372759" cy="2916088"/>
            </a:xfrm>
            <a:custGeom>
              <a:avLst/>
              <a:gdLst/>
              <a:ahLst/>
              <a:cxnLst/>
              <a:rect r="r" b="b" t="t" l="l"/>
              <a:pathLst>
                <a:path h="2916088" w="1372759">
                  <a:moveTo>
                    <a:pt x="0" y="0"/>
                  </a:moveTo>
                  <a:lnTo>
                    <a:pt x="1372759" y="0"/>
                  </a:lnTo>
                  <a:lnTo>
                    <a:pt x="1372759"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4" id="4"/>
            <p:cNvSpPr txBox="true"/>
            <p:nvPr/>
          </p:nvSpPr>
          <p:spPr>
            <a:xfrm>
              <a:off x="0" y="-57150"/>
              <a:ext cx="1372759" cy="2973238"/>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10269688">
            <a:off x="5419533" y="8090484"/>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TextBox 6" id="6"/>
          <p:cNvSpPr txBox="true"/>
          <p:nvPr/>
        </p:nvSpPr>
        <p:spPr>
          <a:xfrm rot="-5400000">
            <a:off x="-504519" y="3782822"/>
            <a:ext cx="9719132" cy="2721356"/>
          </a:xfrm>
          <a:prstGeom prst="rect">
            <a:avLst/>
          </a:prstGeom>
        </p:spPr>
        <p:txBody>
          <a:bodyPr anchor="t" rtlCol="false" tIns="0" lIns="0" bIns="0" rIns="0">
            <a:spAutoFit/>
          </a:bodyPr>
          <a:lstStyle/>
          <a:p>
            <a:pPr algn="l">
              <a:lnSpc>
                <a:spcPts val="10028"/>
              </a:lnSpc>
            </a:pPr>
            <a:r>
              <a:rPr lang="en-US" sz="10339" b="true">
                <a:solidFill>
                  <a:srgbClr val="F2F7FA"/>
                </a:solidFill>
                <a:latin typeface="Telegraf Bold"/>
                <a:ea typeface="Telegraf Bold"/>
                <a:cs typeface="Telegraf Bold"/>
                <a:sym typeface="Telegraf Bold"/>
              </a:rPr>
              <a:t>A BALANCED PERSPECTIVE</a:t>
            </a:r>
          </a:p>
        </p:txBody>
      </p:sp>
      <p:sp>
        <p:nvSpPr>
          <p:cNvPr name="Freeform 7" id="7"/>
          <p:cNvSpPr/>
          <p:nvPr/>
        </p:nvSpPr>
        <p:spPr>
          <a:xfrm flipH="false" flipV="false" rot="4362236">
            <a:off x="13391562" y="-1431588"/>
            <a:ext cx="7735476" cy="4631616"/>
          </a:xfrm>
          <a:custGeom>
            <a:avLst/>
            <a:gdLst/>
            <a:ahLst/>
            <a:cxnLst/>
            <a:rect r="r" b="b" t="t" l="l"/>
            <a:pathLst>
              <a:path h="4631616" w="7735476">
                <a:moveTo>
                  <a:pt x="0" y="0"/>
                </a:moveTo>
                <a:lnTo>
                  <a:pt x="7735476" y="0"/>
                </a:lnTo>
                <a:lnTo>
                  <a:pt x="7735476" y="4631616"/>
                </a:lnTo>
                <a:lnTo>
                  <a:pt x="0" y="4631616"/>
                </a:lnTo>
                <a:lnTo>
                  <a:pt x="0" y="0"/>
                </a:lnTo>
                <a:close/>
              </a:path>
            </a:pathLst>
          </a:custGeom>
          <a:blipFill>
            <a:blip r:embed="rId3"/>
            <a:stretch>
              <a:fillRect l="0" t="0" r="0" b="0"/>
            </a:stretch>
          </a:blipFill>
        </p:spPr>
      </p:sp>
      <p:sp>
        <p:nvSpPr>
          <p:cNvPr name="TextBox 8" id="8"/>
          <p:cNvSpPr txBox="true"/>
          <p:nvPr/>
        </p:nvSpPr>
        <p:spPr>
          <a:xfrm rot="0">
            <a:off x="13261399" y="-837437"/>
            <a:ext cx="6026397" cy="4827496"/>
          </a:xfrm>
          <a:prstGeom prst="rect">
            <a:avLst/>
          </a:prstGeom>
        </p:spPr>
        <p:txBody>
          <a:bodyPr anchor="t" rtlCol="false" tIns="0" lIns="0" bIns="0" rIns="0">
            <a:spAutoFit/>
          </a:bodyPr>
          <a:lstStyle/>
          <a:p>
            <a:pPr algn="ctr">
              <a:lnSpc>
                <a:spcPts val="33472"/>
              </a:lnSpc>
            </a:pPr>
            <a:r>
              <a:rPr lang="en-US" b="true" sz="34507" spc="-2760">
                <a:solidFill>
                  <a:srgbClr val="F2F7FA"/>
                </a:solidFill>
                <a:latin typeface="Telegraf Bold"/>
                <a:ea typeface="Telegraf Bold"/>
                <a:cs typeface="Telegraf Bold"/>
                <a:sym typeface="Telegraf Bold"/>
              </a:rPr>
              <a:t>08</a:t>
            </a:r>
          </a:p>
        </p:txBody>
      </p:sp>
      <p:grpSp>
        <p:nvGrpSpPr>
          <p:cNvPr name="Group 9" id="9"/>
          <p:cNvGrpSpPr/>
          <p:nvPr/>
        </p:nvGrpSpPr>
        <p:grpSpPr>
          <a:xfrm rot="5400000">
            <a:off x="10307317" y="-3710637"/>
            <a:ext cx="643045" cy="9407130"/>
            <a:chOff x="0" y="0"/>
            <a:chExt cx="169362" cy="2477598"/>
          </a:xfrm>
        </p:grpSpPr>
        <p:sp>
          <p:nvSpPr>
            <p:cNvPr name="Freeform 10" id="10"/>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1" id="11"/>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TextBox 12" id="12"/>
          <p:cNvSpPr txBox="true"/>
          <p:nvPr/>
        </p:nvSpPr>
        <p:spPr>
          <a:xfrm rot="0">
            <a:off x="7049087" y="783695"/>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13" id="13"/>
          <p:cNvSpPr txBox="true"/>
          <p:nvPr/>
        </p:nvSpPr>
        <p:spPr>
          <a:xfrm rot="0">
            <a:off x="12333310" y="783695"/>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14" id="14"/>
          <p:cNvSpPr txBox="true"/>
          <p:nvPr/>
        </p:nvSpPr>
        <p:spPr>
          <a:xfrm rot="0">
            <a:off x="10073618" y="783695"/>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sp>
        <p:nvSpPr>
          <p:cNvPr name="TextBox 15" id="15"/>
          <p:cNvSpPr txBox="true"/>
          <p:nvPr/>
        </p:nvSpPr>
        <p:spPr>
          <a:xfrm rot="0">
            <a:off x="5925275" y="2410814"/>
            <a:ext cx="8403819" cy="769620"/>
          </a:xfrm>
          <a:prstGeom prst="rect">
            <a:avLst/>
          </a:prstGeom>
        </p:spPr>
        <p:txBody>
          <a:bodyPr anchor="t" rtlCol="false" tIns="0" lIns="0" bIns="0" rIns="0">
            <a:spAutoFit/>
          </a:bodyPr>
          <a:lstStyle/>
          <a:p>
            <a:pPr algn="l">
              <a:lnSpc>
                <a:spcPts val="5880"/>
              </a:lnSpc>
              <a:spcBef>
                <a:spcPct val="0"/>
              </a:spcBef>
            </a:pPr>
            <a:r>
              <a:rPr lang="en-US" sz="4200" spc="100">
                <a:solidFill>
                  <a:srgbClr val="343434"/>
                </a:solidFill>
                <a:latin typeface="Telegraf"/>
                <a:ea typeface="Telegraf"/>
                <a:cs typeface="Telegraf"/>
                <a:sym typeface="Telegraf"/>
              </a:rPr>
              <a:t>A SWOT ANALYSIS</a:t>
            </a:r>
          </a:p>
        </p:txBody>
      </p:sp>
      <p:grpSp>
        <p:nvGrpSpPr>
          <p:cNvPr name="Group 16" id="16"/>
          <p:cNvGrpSpPr/>
          <p:nvPr/>
        </p:nvGrpSpPr>
        <p:grpSpPr>
          <a:xfrm rot="0">
            <a:off x="6922213" y="3990059"/>
            <a:ext cx="333375" cy="333375"/>
            <a:chOff x="0" y="0"/>
            <a:chExt cx="87802" cy="87802"/>
          </a:xfrm>
        </p:grpSpPr>
        <p:sp>
          <p:nvSpPr>
            <p:cNvPr name="Freeform 17" id="17"/>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8" id="18"/>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grpSp>
        <p:nvGrpSpPr>
          <p:cNvPr name="Group 19" id="19"/>
          <p:cNvGrpSpPr/>
          <p:nvPr/>
        </p:nvGrpSpPr>
        <p:grpSpPr>
          <a:xfrm rot="0">
            <a:off x="6922213" y="6463875"/>
            <a:ext cx="333375" cy="333375"/>
            <a:chOff x="0" y="0"/>
            <a:chExt cx="87802" cy="87802"/>
          </a:xfrm>
        </p:grpSpPr>
        <p:sp>
          <p:nvSpPr>
            <p:cNvPr name="Freeform 20" id="20"/>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1" id="21"/>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grpSp>
        <p:nvGrpSpPr>
          <p:cNvPr name="Group 22" id="22"/>
          <p:cNvGrpSpPr/>
          <p:nvPr/>
        </p:nvGrpSpPr>
        <p:grpSpPr>
          <a:xfrm rot="0">
            <a:off x="12270161" y="3990059"/>
            <a:ext cx="333375" cy="333375"/>
            <a:chOff x="0" y="0"/>
            <a:chExt cx="87802" cy="87802"/>
          </a:xfrm>
        </p:grpSpPr>
        <p:sp>
          <p:nvSpPr>
            <p:cNvPr name="Freeform 23" id="23"/>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4" id="24"/>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grpSp>
        <p:nvGrpSpPr>
          <p:cNvPr name="Group 25" id="25"/>
          <p:cNvGrpSpPr/>
          <p:nvPr/>
        </p:nvGrpSpPr>
        <p:grpSpPr>
          <a:xfrm rot="0">
            <a:off x="12270161" y="6463875"/>
            <a:ext cx="333375" cy="333375"/>
            <a:chOff x="0" y="0"/>
            <a:chExt cx="87802" cy="87802"/>
          </a:xfrm>
        </p:grpSpPr>
        <p:sp>
          <p:nvSpPr>
            <p:cNvPr name="Freeform 26" id="26"/>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7" id="27"/>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sp>
        <p:nvSpPr>
          <p:cNvPr name="TextBox 28" id="28"/>
          <p:cNvSpPr txBox="true"/>
          <p:nvPr/>
        </p:nvSpPr>
        <p:spPr>
          <a:xfrm rot="0">
            <a:off x="7463071" y="4009109"/>
            <a:ext cx="3003456" cy="346330"/>
          </a:xfrm>
          <a:prstGeom prst="rect">
            <a:avLst/>
          </a:prstGeom>
        </p:spPr>
        <p:txBody>
          <a:bodyPr anchor="t" rtlCol="false" tIns="0" lIns="0" bIns="0" rIns="0">
            <a:spAutoFit/>
          </a:bodyPr>
          <a:lstStyle/>
          <a:p>
            <a:pPr algn="l">
              <a:lnSpc>
                <a:spcPts val="2328"/>
              </a:lnSpc>
            </a:pPr>
            <a:r>
              <a:rPr lang="en-US" sz="2400" b="true">
                <a:solidFill>
                  <a:srgbClr val="343434"/>
                </a:solidFill>
                <a:latin typeface="Telegraf Bold"/>
                <a:ea typeface="Telegraf Bold"/>
                <a:cs typeface="Telegraf Bold"/>
                <a:sym typeface="Telegraf Bold"/>
              </a:rPr>
              <a:t>STRENGTH</a:t>
            </a:r>
          </a:p>
        </p:txBody>
      </p:sp>
      <p:sp>
        <p:nvSpPr>
          <p:cNvPr name="TextBox 29" id="29"/>
          <p:cNvSpPr txBox="true"/>
          <p:nvPr/>
        </p:nvSpPr>
        <p:spPr>
          <a:xfrm rot="0">
            <a:off x="7463071" y="6482925"/>
            <a:ext cx="3003456" cy="346330"/>
          </a:xfrm>
          <a:prstGeom prst="rect">
            <a:avLst/>
          </a:prstGeom>
        </p:spPr>
        <p:txBody>
          <a:bodyPr anchor="t" rtlCol="false" tIns="0" lIns="0" bIns="0" rIns="0">
            <a:spAutoFit/>
          </a:bodyPr>
          <a:lstStyle/>
          <a:p>
            <a:pPr algn="l">
              <a:lnSpc>
                <a:spcPts val="2328"/>
              </a:lnSpc>
            </a:pPr>
            <a:r>
              <a:rPr lang="en-US" sz="2400" b="true">
                <a:solidFill>
                  <a:srgbClr val="343434"/>
                </a:solidFill>
                <a:latin typeface="Telegraf Bold"/>
                <a:ea typeface="Telegraf Bold"/>
                <a:cs typeface="Telegraf Bold"/>
                <a:sym typeface="Telegraf Bold"/>
              </a:rPr>
              <a:t>OPPORTUNITY</a:t>
            </a:r>
          </a:p>
        </p:txBody>
      </p:sp>
      <p:sp>
        <p:nvSpPr>
          <p:cNvPr name="TextBox 30" id="30"/>
          <p:cNvSpPr txBox="true"/>
          <p:nvPr/>
        </p:nvSpPr>
        <p:spPr>
          <a:xfrm rot="0">
            <a:off x="12811020" y="4009109"/>
            <a:ext cx="3003456" cy="346330"/>
          </a:xfrm>
          <a:prstGeom prst="rect">
            <a:avLst/>
          </a:prstGeom>
        </p:spPr>
        <p:txBody>
          <a:bodyPr anchor="t" rtlCol="false" tIns="0" lIns="0" bIns="0" rIns="0">
            <a:spAutoFit/>
          </a:bodyPr>
          <a:lstStyle/>
          <a:p>
            <a:pPr algn="l">
              <a:lnSpc>
                <a:spcPts val="2328"/>
              </a:lnSpc>
            </a:pPr>
            <a:r>
              <a:rPr lang="en-US" sz="2400" b="true">
                <a:solidFill>
                  <a:srgbClr val="343434"/>
                </a:solidFill>
                <a:latin typeface="Telegraf Bold"/>
                <a:ea typeface="Telegraf Bold"/>
                <a:cs typeface="Telegraf Bold"/>
                <a:sym typeface="Telegraf Bold"/>
              </a:rPr>
              <a:t>WEAKNESS</a:t>
            </a:r>
          </a:p>
        </p:txBody>
      </p:sp>
      <p:sp>
        <p:nvSpPr>
          <p:cNvPr name="TextBox 31" id="31"/>
          <p:cNvSpPr txBox="true"/>
          <p:nvPr/>
        </p:nvSpPr>
        <p:spPr>
          <a:xfrm rot="0">
            <a:off x="12811020" y="6482925"/>
            <a:ext cx="3003456" cy="346330"/>
          </a:xfrm>
          <a:prstGeom prst="rect">
            <a:avLst/>
          </a:prstGeom>
        </p:spPr>
        <p:txBody>
          <a:bodyPr anchor="t" rtlCol="false" tIns="0" lIns="0" bIns="0" rIns="0">
            <a:spAutoFit/>
          </a:bodyPr>
          <a:lstStyle/>
          <a:p>
            <a:pPr algn="l">
              <a:lnSpc>
                <a:spcPts val="2328"/>
              </a:lnSpc>
            </a:pPr>
            <a:r>
              <a:rPr lang="en-US" sz="2400" b="true">
                <a:solidFill>
                  <a:srgbClr val="343434"/>
                </a:solidFill>
                <a:latin typeface="Telegraf Bold"/>
                <a:ea typeface="Telegraf Bold"/>
                <a:cs typeface="Telegraf Bold"/>
                <a:sym typeface="Telegraf Bold"/>
              </a:rPr>
              <a:t>THREAT</a:t>
            </a:r>
          </a:p>
        </p:txBody>
      </p:sp>
      <p:sp>
        <p:nvSpPr>
          <p:cNvPr name="TextBox 32" id="32"/>
          <p:cNvSpPr txBox="true"/>
          <p:nvPr/>
        </p:nvSpPr>
        <p:spPr>
          <a:xfrm rot="0">
            <a:off x="6922213" y="4456255"/>
            <a:ext cx="4004437" cy="1195070"/>
          </a:xfrm>
          <a:prstGeom prst="rect">
            <a:avLst/>
          </a:prstGeom>
        </p:spPr>
        <p:txBody>
          <a:bodyPr anchor="t" rtlCol="false" tIns="0" lIns="0" bIns="0" rIns="0">
            <a:spAutoFit/>
          </a:bodyPr>
          <a:lstStyle/>
          <a:p>
            <a:pPr algn="just">
              <a:lnSpc>
                <a:spcPts val="2380"/>
              </a:lnSpc>
              <a:spcBef>
                <a:spcPct val="0"/>
              </a:spcBef>
            </a:pPr>
            <a:r>
              <a:rPr lang="en-US" sz="1700">
                <a:solidFill>
                  <a:srgbClr val="343434"/>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33" id="33"/>
          <p:cNvSpPr txBox="true"/>
          <p:nvPr/>
        </p:nvSpPr>
        <p:spPr>
          <a:xfrm rot="0">
            <a:off x="6922213" y="6930071"/>
            <a:ext cx="4004437" cy="1195070"/>
          </a:xfrm>
          <a:prstGeom prst="rect">
            <a:avLst/>
          </a:prstGeom>
        </p:spPr>
        <p:txBody>
          <a:bodyPr anchor="t" rtlCol="false" tIns="0" lIns="0" bIns="0" rIns="0">
            <a:spAutoFit/>
          </a:bodyPr>
          <a:lstStyle/>
          <a:p>
            <a:pPr algn="just">
              <a:lnSpc>
                <a:spcPts val="2380"/>
              </a:lnSpc>
              <a:spcBef>
                <a:spcPct val="0"/>
              </a:spcBef>
            </a:pPr>
            <a:r>
              <a:rPr lang="en-US" sz="1700">
                <a:solidFill>
                  <a:srgbClr val="343434"/>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34" id="34"/>
          <p:cNvSpPr txBox="true"/>
          <p:nvPr/>
        </p:nvSpPr>
        <p:spPr>
          <a:xfrm rot="0">
            <a:off x="12270161" y="4456255"/>
            <a:ext cx="4004437" cy="1195070"/>
          </a:xfrm>
          <a:prstGeom prst="rect">
            <a:avLst/>
          </a:prstGeom>
        </p:spPr>
        <p:txBody>
          <a:bodyPr anchor="t" rtlCol="false" tIns="0" lIns="0" bIns="0" rIns="0">
            <a:spAutoFit/>
          </a:bodyPr>
          <a:lstStyle/>
          <a:p>
            <a:pPr algn="just">
              <a:lnSpc>
                <a:spcPts val="2380"/>
              </a:lnSpc>
              <a:spcBef>
                <a:spcPct val="0"/>
              </a:spcBef>
            </a:pPr>
            <a:r>
              <a:rPr lang="en-US" sz="1700">
                <a:solidFill>
                  <a:srgbClr val="343434"/>
                </a:solidFill>
                <a:latin typeface="Telegraf"/>
                <a:ea typeface="Telegraf"/>
                <a:cs typeface="Telegraf"/>
                <a:sym typeface="Telegraf"/>
              </a:rPr>
              <a:t>id eiusmod ex adipisicing reprehenderit eiusmod veniam velit deserunt nisi eu anim non qui esse mollit et nisi deserunt anim consequat</a:t>
            </a:r>
          </a:p>
        </p:txBody>
      </p:sp>
      <p:sp>
        <p:nvSpPr>
          <p:cNvPr name="TextBox 35" id="35"/>
          <p:cNvSpPr txBox="true"/>
          <p:nvPr/>
        </p:nvSpPr>
        <p:spPr>
          <a:xfrm rot="0">
            <a:off x="12270161" y="6930071"/>
            <a:ext cx="4004437" cy="1195070"/>
          </a:xfrm>
          <a:prstGeom prst="rect">
            <a:avLst/>
          </a:prstGeom>
        </p:spPr>
        <p:txBody>
          <a:bodyPr anchor="t" rtlCol="false" tIns="0" lIns="0" bIns="0" rIns="0">
            <a:spAutoFit/>
          </a:bodyPr>
          <a:lstStyle/>
          <a:p>
            <a:pPr algn="just">
              <a:lnSpc>
                <a:spcPts val="2380"/>
              </a:lnSpc>
              <a:spcBef>
                <a:spcPct val="0"/>
              </a:spcBef>
            </a:pPr>
            <a:r>
              <a:rPr lang="en-US" sz="1700">
                <a:solidFill>
                  <a:srgbClr val="343434"/>
                </a:solidFill>
                <a:latin typeface="Telegraf"/>
                <a:ea typeface="Telegraf"/>
                <a:cs typeface="Telegraf"/>
                <a:sym typeface="Telegraf"/>
              </a:rPr>
              <a:t>id eiusmod ex adipisicing reprehenderit eiusmod veniam velit deserunt nisi eu anim non qui esse mollit et nisi deserunt anim consequat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true" flipV="false" rot="-1058567">
            <a:off x="10899557" y="-2048730"/>
            <a:ext cx="10441422" cy="4424552"/>
          </a:xfrm>
          <a:custGeom>
            <a:avLst/>
            <a:gdLst/>
            <a:ahLst/>
            <a:cxnLst/>
            <a:rect r="r" b="b" t="t" l="l"/>
            <a:pathLst>
              <a:path h="4424552" w="10441422">
                <a:moveTo>
                  <a:pt x="10441422" y="0"/>
                </a:moveTo>
                <a:lnTo>
                  <a:pt x="0" y="0"/>
                </a:lnTo>
                <a:lnTo>
                  <a:pt x="0" y="4424552"/>
                </a:lnTo>
                <a:lnTo>
                  <a:pt x="10441422" y="4424552"/>
                </a:lnTo>
                <a:lnTo>
                  <a:pt x="10441422" y="0"/>
                </a:lnTo>
                <a:close/>
              </a:path>
            </a:pathLst>
          </a:custGeom>
          <a:blipFill>
            <a:blip r:embed="rId2"/>
            <a:stretch>
              <a:fillRect l="0" t="0" r="0" b="0"/>
            </a:stretch>
          </a:blipFill>
        </p:spPr>
      </p:sp>
      <p:sp>
        <p:nvSpPr>
          <p:cNvPr name="Freeform 3" id="3"/>
          <p:cNvSpPr/>
          <p:nvPr/>
        </p:nvSpPr>
        <p:spPr>
          <a:xfrm flipH="false" flipV="false" rot="9125778">
            <a:off x="9642048" y="7442125"/>
            <a:ext cx="7735476" cy="4631616"/>
          </a:xfrm>
          <a:custGeom>
            <a:avLst/>
            <a:gdLst/>
            <a:ahLst/>
            <a:cxnLst/>
            <a:rect r="r" b="b" t="t" l="l"/>
            <a:pathLst>
              <a:path h="4631616" w="7735476">
                <a:moveTo>
                  <a:pt x="0" y="0"/>
                </a:moveTo>
                <a:lnTo>
                  <a:pt x="7735476" y="0"/>
                </a:lnTo>
                <a:lnTo>
                  <a:pt x="7735476" y="4631616"/>
                </a:lnTo>
                <a:lnTo>
                  <a:pt x="0" y="4631616"/>
                </a:lnTo>
                <a:lnTo>
                  <a:pt x="0" y="0"/>
                </a:lnTo>
                <a:close/>
              </a:path>
            </a:pathLst>
          </a:custGeom>
          <a:blipFill>
            <a:blip r:embed="rId3"/>
            <a:stretch>
              <a:fillRect l="0" t="0" r="0" b="0"/>
            </a:stretch>
          </a:blipFill>
        </p:spPr>
      </p:sp>
      <p:grpSp>
        <p:nvGrpSpPr>
          <p:cNvPr name="Group 4" id="4"/>
          <p:cNvGrpSpPr/>
          <p:nvPr/>
        </p:nvGrpSpPr>
        <p:grpSpPr>
          <a:xfrm rot="0">
            <a:off x="-168477" y="-348153"/>
            <a:ext cx="8500415" cy="5587359"/>
            <a:chOff x="0" y="0"/>
            <a:chExt cx="2238793" cy="1471568"/>
          </a:xfrm>
        </p:grpSpPr>
        <p:sp>
          <p:nvSpPr>
            <p:cNvPr name="Freeform 5" id="5"/>
            <p:cNvSpPr/>
            <p:nvPr/>
          </p:nvSpPr>
          <p:spPr>
            <a:xfrm flipH="false" flipV="false" rot="0">
              <a:off x="0" y="0"/>
              <a:ext cx="2238793" cy="1471568"/>
            </a:xfrm>
            <a:custGeom>
              <a:avLst/>
              <a:gdLst/>
              <a:ahLst/>
              <a:cxnLst/>
              <a:rect r="r" b="b" t="t" l="l"/>
              <a:pathLst>
                <a:path h="1471568" w="2238793">
                  <a:moveTo>
                    <a:pt x="0" y="0"/>
                  </a:moveTo>
                  <a:lnTo>
                    <a:pt x="2238793" y="0"/>
                  </a:lnTo>
                  <a:lnTo>
                    <a:pt x="2238793" y="1471568"/>
                  </a:lnTo>
                  <a:lnTo>
                    <a:pt x="0" y="147156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2238793" cy="152871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1416136" y="2083271"/>
            <a:ext cx="7273548" cy="4827496"/>
          </a:xfrm>
          <a:prstGeom prst="rect">
            <a:avLst/>
          </a:prstGeom>
        </p:spPr>
        <p:txBody>
          <a:bodyPr anchor="t" rtlCol="false" tIns="0" lIns="0" bIns="0" rIns="0">
            <a:spAutoFit/>
          </a:bodyPr>
          <a:lstStyle/>
          <a:p>
            <a:pPr algn="ctr">
              <a:lnSpc>
                <a:spcPts val="33472"/>
              </a:lnSpc>
            </a:pPr>
            <a:r>
              <a:rPr lang="en-US" b="true" sz="34507" spc="-2760">
                <a:solidFill>
                  <a:srgbClr val="F2F7FA"/>
                </a:solidFill>
                <a:latin typeface="Telegraf Bold"/>
                <a:ea typeface="Telegraf Bold"/>
                <a:cs typeface="Telegraf Bold"/>
                <a:sym typeface="Telegraf Bold"/>
              </a:rPr>
              <a:t>09</a:t>
            </a:r>
          </a:p>
        </p:txBody>
      </p:sp>
      <p:sp>
        <p:nvSpPr>
          <p:cNvPr name="TextBox 8" id="8"/>
          <p:cNvSpPr txBox="true"/>
          <p:nvPr/>
        </p:nvSpPr>
        <p:spPr>
          <a:xfrm rot="0">
            <a:off x="1028700" y="6186696"/>
            <a:ext cx="9445915" cy="2466087"/>
          </a:xfrm>
          <a:prstGeom prst="rect">
            <a:avLst/>
          </a:prstGeom>
        </p:spPr>
        <p:txBody>
          <a:bodyPr anchor="t" rtlCol="false" tIns="0" lIns="0" bIns="0" rIns="0">
            <a:spAutoFit/>
          </a:bodyPr>
          <a:lstStyle/>
          <a:p>
            <a:pPr algn="l">
              <a:lnSpc>
                <a:spcPts val="9059"/>
              </a:lnSpc>
            </a:pPr>
            <a:r>
              <a:rPr lang="en-US" sz="9339" b="true">
                <a:solidFill>
                  <a:srgbClr val="343434"/>
                </a:solidFill>
                <a:latin typeface="Telegraf Bold"/>
                <a:ea typeface="Telegraf Bold"/>
                <a:cs typeface="Telegraf Bold"/>
                <a:sym typeface="Telegraf Bold"/>
              </a:rPr>
              <a:t>THE JOURNEY CONTINUES</a:t>
            </a:r>
          </a:p>
        </p:txBody>
      </p:sp>
      <p:sp>
        <p:nvSpPr>
          <p:cNvPr name="TextBox 9" id="9"/>
          <p:cNvSpPr txBox="true"/>
          <p:nvPr/>
        </p:nvSpPr>
        <p:spPr>
          <a:xfrm rot="0">
            <a:off x="1028700" y="8538739"/>
            <a:ext cx="9657424" cy="769620"/>
          </a:xfrm>
          <a:prstGeom prst="rect">
            <a:avLst/>
          </a:prstGeom>
        </p:spPr>
        <p:txBody>
          <a:bodyPr anchor="t" rtlCol="false" tIns="0" lIns="0" bIns="0" rIns="0">
            <a:spAutoFit/>
          </a:bodyPr>
          <a:lstStyle/>
          <a:p>
            <a:pPr algn="l">
              <a:lnSpc>
                <a:spcPts val="5880"/>
              </a:lnSpc>
              <a:spcBef>
                <a:spcPct val="0"/>
              </a:spcBef>
            </a:pPr>
            <a:r>
              <a:rPr lang="en-US" sz="4200" spc="100">
                <a:solidFill>
                  <a:srgbClr val="343434"/>
                </a:solidFill>
                <a:latin typeface="Telegraf"/>
                <a:ea typeface="Telegraf"/>
                <a:cs typeface="Telegraf"/>
                <a:sym typeface="Telegraf"/>
              </a:rPr>
              <a:t>FUTURE PLANS AND ASPIRATIONS</a:t>
            </a:r>
          </a:p>
        </p:txBody>
      </p:sp>
      <p:sp>
        <p:nvSpPr>
          <p:cNvPr name="TextBox 10" id="10"/>
          <p:cNvSpPr txBox="true"/>
          <p:nvPr/>
        </p:nvSpPr>
        <p:spPr>
          <a:xfrm rot="0">
            <a:off x="9514707" y="2246379"/>
            <a:ext cx="7606006" cy="1685290"/>
          </a:xfrm>
          <a:prstGeom prst="rect">
            <a:avLst/>
          </a:prstGeom>
        </p:spPr>
        <p:txBody>
          <a:bodyPr anchor="t" rtlCol="false" tIns="0" lIns="0" bIns="0" rIns="0">
            <a:spAutoFit/>
          </a:bodyPr>
          <a:lstStyle/>
          <a:p>
            <a:pPr algn="l">
              <a:lnSpc>
                <a:spcPts val="2660"/>
              </a:lnSpc>
              <a:spcBef>
                <a:spcPct val="0"/>
              </a:spcBef>
            </a:pPr>
            <a:r>
              <a:rPr lang="en-US" sz="1900" spc="95">
                <a:solidFill>
                  <a:srgbClr val="343434"/>
                </a:solidFill>
                <a:latin typeface="Telegraf"/>
                <a:ea typeface="Telegraf"/>
                <a:cs typeface="Telegraf"/>
                <a:sym typeface="Telegraf"/>
              </a:rPr>
              <a:t>culpa ullamco qui in occaecat qui magna elit proident duis ut dolore aute enim proident fugiat elit amet consequat excepteur Lorem quis dolore in nulla amet sunt veniam sit ex sunt aliqua consequat ea laborum veniam adipisicing incididunt veniam veniam occaecat</a:t>
            </a:r>
          </a:p>
        </p:txBody>
      </p:sp>
      <p:sp>
        <p:nvSpPr>
          <p:cNvPr name="TextBox 11" id="11"/>
          <p:cNvSpPr txBox="true"/>
          <p:nvPr/>
        </p:nvSpPr>
        <p:spPr>
          <a:xfrm rot="0">
            <a:off x="9514707" y="4216032"/>
            <a:ext cx="7606006" cy="1685290"/>
          </a:xfrm>
          <a:prstGeom prst="rect">
            <a:avLst/>
          </a:prstGeom>
        </p:spPr>
        <p:txBody>
          <a:bodyPr anchor="t" rtlCol="false" tIns="0" lIns="0" bIns="0" rIns="0">
            <a:spAutoFit/>
          </a:bodyPr>
          <a:lstStyle/>
          <a:p>
            <a:pPr algn="l">
              <a:lnSpc>
                <a:spcPts val="2660"/>
              </a:lnSpc>
              <a:spcBef>
                <a:spcPct val="0"/>
              </a:spcBef>
            </a:pPr>
            <a:r>
              <a:rPr lang="en-US" sz="1900" spc="95">
                <a:solidFill>
                  <a:srgbClr val="343434"/>
                </a:solidFill>
                <a:latin typeface="Telegraf"/>
                <a:ea typeface="Telegraf"/>
                <a:cs typeface="Telegraf"/>
                <a:sym typeface="Telegraf"/>
              </a:rPr>
              <a:t>culpa ullamco qui in occaecat qui magna elit proident duis ut dolore aute enim proident fugiat elit amet consequat excepteur Lorem quis dolore in nulla amet sunt veniam sit ex sunt aliqua consequat ea laborum veniam adipisicing incididunt veniam veniam occaecat</a:t>
            </a:r>
          </a:p>
        </p:txBody>
      </p:sp>
      <p:grpSp>
        <p:nvGrpSpPr>
          <p:cNvPr name="Group 12" id="12"/>
          <p:cNvGrpSpPr/>
          <p:nvPr/>
        </p:nvGrpSpPr>
        <p:grpSpPr>
          <a:xfrm rot="5400000">
            <a:off x="12996188" y="-3041057"/>
            <a:ext cx="643045" cy="8066054"/>
            <a:chOff x="0" y="0"/>
            <a:chExt cx="169362" cy="2124393"/>
          </a:xfrm>
        </p:grpSpPr>
        <p:sp>
          <p:nvSpPr>
            <p:cNvPr name="Freeform 13" id="13"/>
            <p:cNvSpPr/>
            <p:nvPr/>
          </p:nvSpPr>
          <p:spPr>
            <a:xfrm flipH="false" flipV="false" rot="0">
              <a:off x="0" y="0"/>
              <a:ext cx="169362" cy="2124393"/>
            </a:xfrm>
            <a:custGeom>
              <a:avLst/>
              <a:gdLst/>
              <a:ahLst/>
              <a:cxnLst/>
              <a:rect r="r" b="b" t="t" l="l"/>
              <a:pathLst>
                <a:path h="2124393" w="169362">
                  <a:moveTo>
                    <a:pt x="84681" y="0"/>
                  </a:moveTo>
                  <a:lnTo>
                    <a:pt x="84681" y="0"/>
                  </a:lnTo>
                  <a:cubicBezTo>
                    <a:pt x="107140" y="0"/>
                    <a:pt x="128678" y="8922"/>
                    <a:pt x="144559" y="24802"/>
                  </a:cubicBezTo>
                  <a:cubicBezTo>
                    <a:pt x="160440" y="40683"/>
                    <a:pt x="169362" y="62222"/>
                    <a:pt x="169362" y="84681"/>
                  </a:cubicBezTo>
                  <a:lnTo>
                    <a:pt x="169362" y="2039712"/>
                  </a:lnTo>
                  <a:cubicBezTo>
                    <a:pt x="169362" y="2086480"/>
                    <a:pt x="131449" y="2124393"/>
                    <a:pt x="84681" y="2124393"/>
                  </a:cubicBezTo>
                  <a:lnTo>
                    <a:pt x="84681" y="2124393"/>
                  </a:lnTo>
                  <a:cubicBezTo>
                    <a:pt x="62222" y="2124393"/>
                    <a:pt x="40683" y="2115471"/>
                    <a:pt x="24802" y="2099590"/>
                  </a:cubicBezTo>
                  <a:cubicBezTo>
                    <a:pt x="8922" y="2083710"/>
                    <a:pt x="0" y="2062171"/>
                    <a:pt x="0" y="2039712"/>
                  </a:cubicBezTo>
                  <a:lnTo>
                    <a:pt x="0" y="84681"/>
                  </a:lnTo>
                  <a:cubicBezTo>
                    <a:pt x="0" y="37913"/>
                    <a:pt x="37913" y="0"/>
                    <a:pt x="84681" y="0"/>
                  </a:cubicBezTo>
                  <a:close/>
                </a:path>
              </a:pathLst>
            </a:custGeom>
            <a:ln w="19050" cap="rnd">
              <a:solidFill>
                <a:srgbClr val="164B82"/>
              </a:solidFill>
              <a:prstDash val="solid"/>
              <a:round/>
            </a:ln>
          </p:spPr>
        </p:sp>
        <p:sp>
          <p:nvSpPr>
            <p:cNvPr name="TextBox 14" id="14"/>
            <p:cNvSpPr txBox="true"/>
            <p:nvPr/>
          </p:nvSpPr>
          <p:spPr>
            <a:xfrm>
              <a:off x="0" y="-57150"/>
              <a:ext cx="169362" cy="2181543"/>
            </a:xfrm>
            <a:prstGeom prst="rect">
              <a:avLst/>
            </a:prstGeom>
          </p:spPr>
          <p:txBody>
            <a:bodyPr anchor="ctr" rtlCol="false" tIns="50800" lIns="50800" bIns="50800" rIns="50800"/>
            <a:lstStyle/>
            <a:p>
              <a:pPr algn="ctr">
                <a:lnSpc>
                  <a:spcPts val="3639"/>
                </a:lnSpc>
              </a:pPr>
            </a:p>
          </p:txBody>
        </p:sp>
      </p:grpSp>
      <p:sp>
        <p:nvSpPr>
          <p:cNvPr name="TextBox 15" id="15"/>
          <p:cNvSpPr txBox="true"/>
          <p:nvPr/>
        </p:nvSpPr>
        <p:spPr>
          <a:xfrm rot="0">
            <a:off x="9737958"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16" id="16"/>
          <p:cNvSpPr txBox="true"/>
          <p:nvPr/>
        </p:nvSpPr>
        <p:spPr>
          <a:xfrm rot="0">
            <a:off x="15022181"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17" id="17"/>
          <p:cNvSpPr txBox="true"/>
          <p:nvPr/>
        </p:nvSpPr>
        <p:spPr>
          <a:xfrm rot="0">
            <a:off x="12762488"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grpSp>
        <p:nvGrpSpPr>
          <p:cNvPr name="Group 2" id="2"/>
          <p:cNvGrpSpPr/>
          <p:nvPr/>
        </p:nvGrpSpPr>
        <p:grpSpPr>
          <a:xfrm rot="0">
            <a:off x="4928310" y="5143500"/>
            <a:ext cx="8431381" cy="6106672"/>
            <a:chOff x="0" y="0"/>
            <a:chExt cx="2220611" cy="1608342"/>
          </a:xfrm>
        </p:grpSpPr>
        <p:sp>
          <p:nvSpPr>
            <p:cNvPr name="Freeform 3" id="3"/>
            <p:cNvSpPr/>
            <p:nvPr/>
          </p:nvSpPr>
          <p:spPr>
            <a:xfrm flipH="false" flipV="false" rot="0">
              <a:off x="0" y="0"/>
              <a:ext cx="2220611" cy="1608342"/>
            </a:xfrm>
            <a:custGeom>
              <a:avLst/>
              <a:gdLst/>
              <a:ahLst/>
              <a:cxnLst/>
              <a:rect r="r" b="b" t="t" l="l"/>
              <a:pathLst>
                <a:path h="1608342" w="2220611">
                  <a:moveTo>
                    <a:pt x="0" y="0"/>
                  </a:moveTo>
                  <a:lnTo>
                    <a:pt x="2220611" y="0"/>
                  </a:lnTo>
                  <a:lnTo>
                    <a:pt x="2220611" y="1608342"/>
                  </a:lnTo>
                  <a:lnTo>
                    <a:pt x="0" y="160834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4" id="4"/>
            <p:cNvSpPr txBox="true"/>
            <p:nvPr/>
          </p:nvSpPr>
          <p:spPr>
            <a:xfrm>
              <a:off x="0" y="-57150"/>
              <a:ext cx="2220611" cy="1665492"/>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760705">
            <a:off x="1423346" y="-1948290"/>
            <a:ext cx="15441309" cy="6543255"/>
          </a:xfrm>
          <a:custGeom>
            <a:avLst/>
            <a:gdLst/>
            <a:ahLst/>
            <a:cxnLst/>
            <a:rect r="r" b="b" t="t" l="l"/>
            <a:pathLst>
              <a:path h="6543255" w="15441309">
                <a:moveTo>
                  <a:pt x="0" y="0"/>
                </a:moveTo>
                <a:lnTo>
                  <a:pt x="15441308" y="0"/>
                </a:lnTo>
                <a:lnTo>
                  <a:pt x="15441308" y="6543255"/>
                </a:lnTo>
                <a:lnTo>
                  <a:pt x="0" y="6543255"/>
                </a:lnTo>
                <a:lnTo>
                  <a:pt x="0" y="0"/>
                </a:lnTo>
                <a:close/>
              </a:path>
            </a:pathLst>
          </a:custGeom>
          <a:blipFill>
            <a:blip r:embed="rId2"/>
            <a:stretch>
              <a:fillRect l="0" t="0" r="0" b="0"/>
            </a:stretch>
          </a:blipFill>
        </p:spPr>
      </p:sp>
      <p:sp>
        <p:nvSpPr>
          <p:cNvPr name="TextBox 6" id="6"/>
          <p:cNvSpPr txBox="true"/>
          <p:nvPr/>
        </p:nvSpPr>
        <p:spPr>
          <a:xfrm rot="0">
            <a:off x="4421043" y="3816797"/>
            <a:ext cx="9445915" cy="1311026"/>
          </a:xfrm>
          <a:prstGeom prst="rect">
            <a:avLst/>
          </a:prstGeom>
        </p:spPr>
        <p:txBody>
          <a:bodyPr anchor="t" rtlCol="false" tIns="0" lIns="0" bIns="0" rIns="0">
            <a:spAutoFit/>
          </a:bodyPr>
          <a:lstStyle/>
          <a:p>
            <a:pPr algn="ctr">
              <a:lnSpc>
                <a:spcPts val="9059"/>
              </a:lnSpc>
            </a:pPr>
            <a:r>
              <a:rPr lang="en-US" b="true" sz="9339">
                <a:solidFill>
                  <a:srgbClr val="343434"/>
                </a:solidFill>
                <a:latin typeface="Telegraf Bold"/>
                <a:ea typeface="Telegraf Bold"/>
                <a:cs typeface="Telegraf Bold"/>
                <a:sym typeface="Telegraf Bold"/>
              </a:rPr>
              <a:t>THANK YOU</a:t>
            </a:r>
          </a:p>
        </p:txBody>
      </p:sp>
      <p:sp>
        <p:nvSpPr>
          <p:cNvPr name="TextBox 7" id="7"/>
          <p:cNvSpPr txBox="true"/>
          <p:nvPr/>
        </p:nvSpPr>
        <p:spPr>
          <a:xfrm rot="0">
            <a:off x="5435577" y="5566396"/>
            <a:ext cx="7416846" cy="1431417"/>
          </a:xfrm>
          <a:prstGeom prst="rect">
            <a:avLst/>
          </a:prstGeom>
        </p:spPr>
        <p:txBody>
          <a:bodyPr anchor="t" rtlCol="false" tIns="0" lIns="0" bIns="0" rIns="0">
            <a:spAutoFit/>
          </a:bodyPr>
          <a:lstStyle/>
          <a:p>
            <a:pPr algn="ctr">
              <a:lnSpc>
                <a:spcPts val="5544"/>
              </a:lnSpc>
            </a:pPr>
            <a:r>
              <a:rPr lang="en-US" sz="4200" spc="100">
                <a:solidFill>
                  <a:srgbClr val="F2F7FA"/>
                </a:solidFill>
                <a:latin typeface="Telegraf"/>
                <a:ea typeface="Telegraf"/>
                <a:cs typeface="Telegraf"/>
                <a:sym typeface="Telegraf"/>
              </a:rPr>
              <a:t>WRAPPING UP AND PARTING THOUGHTS</a:t>
            </a:r>
          </a:p>
        </p:txBody>
      </p:sp>
      <p:sp>
        <p:nvSpPr>
          <p:cNvPr name="TextBox 8" id="8"/>
          <p:cNvSpPr txBox="true"/>
          <p:nvPr/>
        </p:nvSpPr>
        <p:spPr>
          <a:xfrm rot="0">
            <a:off x="6660997" y="8911970"/>
            <a:ext cx="4966006" cy="346330"/>
          </a:xfrm>
          <a:prstGeom prst="rect">
            <a:avLst/>
          </a:prstGeom>
        </p:spPr>
        <p:txBody>
          <a:bodyPr anchor="t" rtlCol="false" tIns="0" lIns="0" bIns="0" rIns="0">
            <a:spAutoFit/>
          </a:bodyPr>
          <a:lstStyle/>
          <a:p>
            <a:pPr algn="ctr">
              <a:lnSpc>
                <a:spcPts val="2328"/>
              </a:lnSpc>
            </a:pPr>
            <a:r>
              <a:rPr lang="en-US" sz="2400">
                <a:solidFill>
                  <a:srgbClr val="F2F7FA"/>
                </a:solidFill>
                <a:latin typeface="Telegraf"/>
                <a:ea typeface="Telegraf"/>
                <a:cs typeface="Telegraf"/>
                <a:sym typeface="Telegraf"/>
              </a:rPr>
              <a:t>hello@reallygreatsite.com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DAHX6hu8cjo</dc:identifier>
  <dcterms:modified xsi:type="dcterms:W3CDTF">2011-08-01T06:04:30Z</dcterms:modified>
  <cp:revision>1</cp:revision>
  <dc:title>Blue and White Gradient Modern Project Presentation</dc:title>
</cp:coreProperties>
</file>